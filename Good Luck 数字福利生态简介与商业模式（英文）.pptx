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2.xml" ContentType="application/vnd.openxmlformats-officedocument.presentationml.tags+xml"/>
  <Override PartName="/ppt/notesSlides/notesSlide4.xml" ContentType="application/vnd.openxmlformats-officedocument.presentationml.notesSlide+xml"/>
  <Override PartName="/ppt/tags/tag3.xml" ContentType="application/vnd.openxmlformats-officedocument.presentationml.tags+xml"/>
  <Override PartName="/ppt/notesSlides/notesSlide5.xml" ContentType="application/vnd.openxmlformats-officedocument.presentationml.notesSlide+xml"/>
  <Override PartName="/ppt/tags/tag4.xml" ContentType="application/vnd.openxmlformats-officedocument.presentationml.tags+xml"/>
  <Override PartName="/ppt/notesSlides/notesSlide6.xml" ContentType="application/vnd.openxmlformats-officedocument.presentationml.notesSlide+xml"/>
  <Override PartName="/ppt/tags/tag5.xml" ContentType="application/vnd.openxmlformats-officedocument.presentationml.tags+xml"/>
  <Override PartName="/ppt/notesSlides/notesSlide7.xml" ContentType="application/vnd.openxmlformats-officedocument.presentationml.notesSlide+xml"/>
  <Override PartName="/ppt/tags/tag6.xml" ContentType="application/vnd.openxmlformats-officedocument.presentationml.tags+xml"/>
  <Override PartName="/ppt/notesSlides/notesSlide8.xml" ContentType="application/vnd.openxmlformats-officedocument.presentationml.notesSlide+xml"/>
  <Override PartName="/ppt/tags/tag7.xml" ContentType="application/vnd.openxmlformats-officedocument.presentationml.tags+xml"/>
  <Override PartName="/ppt/notesSlides/notesSlide9.xml" ContentType="application/vnd.openxmlformats-officedocument.presentationml.notesSlide+xml"/>
  <Override PartName="/ppt/tags/tag8.xml" ContentType="application/vnd.openxmlformats-officedocument.presentationml.tags+xml"/>
  <Override PartName="/ppt/notesSlides/notesSlide10.xml" ContentType="application/vnd.openxmlformats-officedocument.presentationml.notesSlide+xml"/>
  <Override PartName="/ppt/tags/tag9.xml" ContentType="application/vnd.openxmlformats-officedocument.presentationml.tags+xml"/>
  <Override PartName="/ppt/notesSlides/notesSlide11.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notesSlides/notesSlide12.xml" ContentType="application/vnd.openxmlformats-officedocument.presentationml.notesSlide+xml"/>
  <Override PartName="/ppt/tags/tag12.xml" ContentType="application/vnd.openxmlformats-officedocument.presentationml.tags+xml"/>
  <Override PartName="/ppt/notesSlides/notesSlide13.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notesSlides/notesSlide14.xml" ContentType="application/vnd.openxmlformats-officedocument.presentationml.notesSlide+xml"/>
  <Override PartName="/ppt/tags/tag15.xml" ContentType="application/vnd.openxmlformats-officedocument.presentationml.tags+xml"/>
  <Override PartName="/ppt/tags/tag16.xml" ContentType="application/vnd.openxmlformats-officedocument.presentationml.tags+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notesSlides/notesSlide17.xml" ContentType="application/vnd.openxmlformats-officedocument.presentationml.notesSlide+xml"/>
  <Override PartName="/ppt/tags/tag20.xml" ContentType="application/vnd.openxmlformats-officedocument.presentationml.tags+xml"/>
  <Override PartName="/ppt/notesSlides/notesSlide18.xml" ContentType="application/vnd.openxmlformats-officedocument.presentationml.notesSlide+xml"/>
  <Override PartName="/ppt/tags/tag21.xml" ContentType="application/vnd.openxmlformats-officedocument.presentationml.tags+xml"/>
  <Override PartName="/ppt/notesSlides/notesSlide19.xml" ContentType="application/vnd.openxmlformats-officedocument.presentationml.notesSlide+xml"/>
  <Override PartName="/ppt/tags/tag22.xml" ContentType="application/vnd.openxmlformats-officedocument.presentationml.tags+xml"/>
  <Override PartName="/ppt/notesSlides/notesSlide20.xml" ContentType="application/vnd.openxmlformats-officedocument.presentationml.notesSlide+xml"/>
  <Override PartName="/ppt/tags/tag23.xml" ContentType="application/vnd.openxmlformats-officedocument.presentationml.tags+xml"/>
  <Override PartName="/ppt/notesSlides/notesSlide21.xml" ContentType="application/vnd.openxmlformats-officedocument.presentationml.notesSlide+xml"/>
  <Override PartName="/ppt/tags/tag24.xml" ContentType="application/vnd.openxmlformats-officedocument.presentationml.tags+xml"/>
  <Override PartName="/ppt/tags/tag25.xml" ContentType="application/vnd.openxmlformats-officedocument.presentationml.tags+xml"/>
  <Override PartName="/ppt/notesSlides/notesSlide22.xml" ContentType="application/vnd.openxmlformats-officedocument.presentationml.notesSlide+xml"/>
  <Override PartName="/ppt/tags/tag26.xml" ContentType="application/vnd.openxmlformats-officedocument.presentationml.tags+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5"/>
  </p:notesMasterIdLst>
  <p:sldIdLst>
    <p:sldId id="259" r:id="rId2"/>
    <p:sldId id="260" r:id="rId3"/>
    <p:sldId id="261" r:id="rId4"/>
    <p:sldId id="308" r:id="rId5"/>
    <p:sldId id="307" r:id="rId6"/>
    <p:sldId id="309" r:id="rId7"/>
    <p:sldId id="310" r:id="rId8"/>
    <p:sldId id="265" r:id="rId9"/>
    <p:sldId id="295" r:id="rId10"/>
    <p:sldId id="294" r:id="rId11"/>
    <p:sldId id="262" r:id="rId12"/>
    <p:sldId id="271" r:id="rId13"/>
    <p:sldId id="263" r:id="rId14"/>
    <p:sldId id="273" r:id="rId15"/>
    <p:sldId id="312" r:id="rId16"/>
    <p:sldId id="283" r:id="rId17"/>
    <p:sldId id="313" r:id="rId18"/>
    <p:sldId id="311" r:id="rId19"/>
    <p:sldId id="264" r:id="rId20"/>
    <p:sldId id="279" r:id="rId21"/>
    <p:sldId id="296" r:id="rId22"/>
    <p:sldId id="276" r:id="rId23"/>
    <p:sldId id="266" r:id="rId24"/>
  </p:sldIdLst>
  <p:sldSz cx="12192000" cy="6858000"/>
  <p:notesSz cx="6858000" cy="9144000"/>
  <p:custDataLst>
    <p:tags r:id="rId26"/>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C350"/>
    <a:srgbClr val="E40524"/>
    <a:srgbClr val="E00120"/>
    <a:srgbClr val="F3B400"/>
    <a:srgbClr val="FFED4F"/>
    <a:srgbClr val="E50F24"/>
    <a:srgbClr val="F0BA34"/>
    <a:srgbClr val="BE8C0E"/>
    <a:srgbClr val="E2A810"/>
    <a:srgbClr val="F3B23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687" autoAdjust="0"/>
    <p:restoredTop sz="94660"/>
  </p:normalViewPr>
  <p:slideViewPr>
    <p:cSldViewPr snapToGrid="0">
      <p:cViewPr varScale="1">
        <p:scale>
          <a:sx n="141" d="100"/>
          <a:sy n="141" d="100"/>
        </p:scale>
        <p:origin x="192" y="5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8CC08B-EAB1-46AA-A5DE-7D5B934BF1E2}" type="datetimeFigureOut">
              <a:rPr lang="zh-CN" altLang="en-US" smtClean="0"/>
              <a:t>2020/4/13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CBCB6E-D5AE-4C52-8318-73F3C36FD120}"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DCBCB6E-D5AE-4C52-8318-73F3C36FD120}"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DCBCB6E-D5AE-4C52-8318-73F3C36FD120}"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DCBCB6E-D5AE-4C52-8318-73F3C36FD120}"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DCBCB6E-D5AE-4C52-8318-73F3C36FD120}"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DCBCB6E-D5AE-4C52-8318-73F3C36FD120}"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DCBCB6E-D5AE-4C52-8318-73F3C36FD120}"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DCBCB6E-D5AE-4C52-8318-73F3C36FD120}"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DCBCB6E-D5AE-4C52-8318-73F3C36FD120}"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DCBCB6E-D5AE-4C52-8318-73F3C36FD120}"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DCBCB6E-D5AE-4C52-8318-73F3C36FD120}"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DCBCB6E-D5AE-4C52-8318-73F3C36FD120}"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DCBCB6E-D5AE-4C52-8318-73F3C36FD120}"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DCBCB6E-D5AE-4C52-8318-73F3C36FD120}"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DCBCB6E-D5AE-4C52-8318-73F3C36FD120}"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DCBCB6E-D5AE-4C52-8318-73F3C36FD120}"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DCBCB6E-D5AE-4C52-8318-73F3C36FD120}"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DCBCB6E-D5AE-4C52-8318-73F3C36FD120}"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DCBCB6E-D5AE-4C52-8318-73F3C36FD120}"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DCBCB6E-D5AE-4C52-8318-73F3C36FD120}"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DCBCB6E-D5AE-4C52-8318-73F3C36FD120}"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DCBCB6E-D5AE-4C52-8318-73F3C36FD120}" type="slidenum">
              <a:rPr lang="zh-CN" altLang="en-US" smtClean="0"/>
              <a:t>21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DCBCB6E-D5AE-4C52-8318-73F3C36FD120}" type="slidenum">
              <a:rPr lang="zh-CN" altLang="en-US" smtClean="0"/>
              <a:t>22</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DCBCB6E-D5AE-4C52-8318-73F3C36FD120}" type="slidenum">
              <a:rPr lang="zh-CN" altLang="en-US" smtClean="0"/>
              <a:t>23</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4"/>
          <a:srcRect/>
          <a:stretch>
            <a:fillRect/>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3.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4.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5.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6.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ags" Target="../tags/tag7.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8.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ags" Target="../tags/tag9.xml"/><Relationship Id="rId5" Type="http://schemas.openxmlformats.org/officeDocument/2006/relationships/image" Target="../media/image2.png"/><Relationship Id="rId4" Type="http://schemas.openxmlformats.org/officeDocument/2006/relationships/image" Target="../media/image3.jpe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xml"/><Relationship Id="rId1" Type="http://schemas.openxmlformats.org/officeDocument/2006/relationships/tags" Target="../tags/tag10.xml"/><Relationship Id="rId5" Type="http://schemas.openxmlformats.org/officeDocument/2006/relationships/image" Target="../media/image2.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tags" Target="../tags/tag12.xml"/><Relationship Id="rId5" Type="http://schemas.openxmlformats.org/officeDocument/2006/relationships/image" Target="../media/image2.png"/><Relationship Id="rId4" Type="http://schemas.openxmlformats.org/officeDocument/2006/relationships/image" Target="../media/image3.jpe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xml"/><Relationship Id="rId1" Type="http://schemas.openxmlformats.org/officeDocument/2006/relationships/tags" Target="../tags/tag13.xml"/><Relationship Id="rId5" Type="http://schemas.openxmlformats.org/officeDocument/2006/relationships/image" Target="../media/image2.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6.xml"/><Relationship Id="rId1" Type="http://schemas.openxmlformats.org/officeDocument/2006/relationships/tags" Target="../tags/tag15.xml"/><Relationship Id="rId5" Type="http://schemas.openxmlformats.org/officeDocument/2006/relationships/image" Target="../media/image2.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7.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9.xml"/><Relationship Id="rId1" Type="http://schemas.openxmlformats.org/officeDocument/2006/relationships/tags" Target="../tags/tag18.xml"/><Relationship Id="rId5" Type="http://schemas.openxmlformats.org/officeDocument/2006/relationships/image" Target="../media/image2.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tags" Target="../tags/tag20.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tags" Target="../tags/tag21.xml"/><Relationship Id="rId5" Type="http://schemas.openxmlformats.org/officeDocument/2006/relationships/image" Target="../media/image2.png"/><Relationship Id="rId4" Type="http://schemas.openxmlformats.org/officeDocument/2006/relationships/image" Target="../media/image3.jpe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7" Type="http://schemas.openxmlformats.org/officeDocument/2006/relationships/image" Target="../media/image6.png"/><Relationship Id="rId2" Type="http://schemas.openxmlformats.org/officeDocument/2006/relationships/slideLayout" Target="../slideLayouts/slideLayout2.xml"/><Relationship Id="rId1" Type="http://schemas.openxmlformats.org/officeDocument/2006/relationships/tags" Target="../tags/tag2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tags" Target="../tags/tag23.xml"/><Relationship Id="rId5" Type="http://schemas.openxmlformats.org/officeDocument/2006/relationships/image" Target="../media/image2.png"/><Relationship Id="rId4" Type="http://schemas.openxmlformats.org/officeDocument/2006/relationships/image" Target="../media/image3.jpe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5.xml"/><Relationship Id="rId1" Type="http://schemas.openxmlformats.org/officeDocument/2006/relationships/tags" Target="../tags/tag24.xml"/><Relationship Id="rId5" Type="http://schemas.openxmlformats.org/officeDocument/2006/relationships/image" Target="../media/image2.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xml"/><Relationship Id="rId1" Type="http://schemas.openxmlformats.org/officeDocument/2006/relationships/tags" Target="../tags/tag26.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1753210" y="4335610"/>
            <a:ext cx="9187815" cy="583565"/>
          </a:xfrm>
          <a:prstGeom prst="rect">
            <a:avLst/>
          </a:prstGeom>
        </p:spPr>
        <p:txBody>
          <a:bodyPr wrap="square">
            <a:spAutoFit/>
          </a:bodyPr>
          <a:lstStyle/>
          <a:p>
            <a:pPr algn="ctr"/>
            <a:r>
              <a:rPr lang="en-US" altLang="zh-CN" sz="3200" dirty="0">
                <a:solidFill>
                  <a:schemeClr val="bg1"/>
                </a:solidFill>
                <a:cs typeface="+mn-ea"/>
                <a:sym typeface="+mn-lt"/>
              </a:rPr>
              <a:t>The world's first digital welfare application platform</a:t>
            </a:r>
          </a:p>
        </p:txBody>
      </p:sp>
      <p:pic>
        <p:nvPicPr>
          <p:cNvPr id="3" name="图片 2" descr="Good Luck logo-已转曲(1)"/>
          <p:cNvPicPr>
            <a:picLocks noChangeAspect="1"/>
          </p:cNvPicPr>
          <p:nvPr/>
        </p:nvPicPr>
        <p:blipFill>
          <a:blip r:embed="rId3"/>
          <a:stretch>
            <a:fillRect/>
          </a:stretch>
        </p:blipFill>
        <p:spPr>
          <a:xfrm>
            <a:off x="4985385" y="645795"/>
            <a:ext cx="2220595" cy="2220595"/>
          </a:xfrm>
          <a:prstGeom prst="rect">
            <a:avLst/>
          </a:prstGeom>
        </p:spPr>
      </p:pic>
      <p:sp>
        <p:nvSpPr>
          <p:cNvPr id="8" name="文本框 7"/>
          <p:cNvSpPr txBox="1"/>
          <p:nvPr/>
        </p:nvSpPr>
        <p:spPr>
          <a:xfrm>
            <a:off x="2042477" y="3228805"/>
            <a:ext cx="8106410" cy="1106805"/>
          </a:xfrm>
          <a:prstGeom prst="rect">
            <a:avLst/>
          </a:prstGeom>
          <a:noFill/>
        </p:spPr>
        <p:txBody>
          <a:bodyPr wrap="square" rtlCol="0">
            <a:spAutoFit/>
          </a:bodyPr>
          <a:lstStyle/>
          <a:p>
            <a:pPr algn="ctr"/>
            <a:r>
              <a:rPr sz="6600" b="1" spc="2000" dirty="0">
                <a:solidFill>
                  <a:schemeClr val="bg1"/>
                </a:solidFill>
                <a:latin typeface="微软雅黑" panose="020B0503020204020204" pitchFamily="34" charset="-122"/>
                <a:ea typeface="微软雅黑" panose="020B0503020204020204" pitchFamily="34" charset="-122"/>
              </a:rPr>
              <a:t>Good Luck</a:t>
            </a:r>
          </a:p>
        </p:txBody>
      </p:sp>
    </p:spTree>
  </p:cSld>
  <p:clrMapOvr>
    <a:masterClrMapping/>
  </p:clrMapOvr>
  <mc:AlternateContent xmlns:mc="http://schemas.openxmlformats.org/markup-compatibility/2006" xmlns:p14="http://schemas.microsoft.com/office/powerpoint/2010/main">
    <mc:Choice Requires="p14">
      <p:transition spd="slow" p14:dur="1500" advTm="3000">
        <p:split orient="vert"/>
      </p:transition>
    </mc:Choice>
    <mc:Fallback xmlns="">
      <p:transition spd="slow" advTm="3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665479" y="1228311"/>
            <a:ext cx="8861042" cy="4583487"/>
            <a:chOff x="2149811" y="508372"/>
            <a:chExt cx="8861042" cy="4583487"/>
          </a:xfrm>
        </p:grpSpPr>
        <p:sp>
          <p:nvSpPr>
            <p:cNvPr id="4" name="文本框 3"/>
            <p:cNvSpPr txBox="1"/>
            <p:nvPr/>
          </p:nvSpPr>
          <p:spPr>
            <a:xfrm>
              <a:off x="4866958" y="508372"/>
              <a:ext cx="2458085" cy="583565"/>
            </a:xfrm>
            <a:prstGeom prst="rect">
              <a:avLst/>
            </a:prstGeom>
            <a:noFill/>
          </p:spPr>
          <p:txBody>
            <a:bodyPr wrap="none" rtlCol="0">
              <a:spAutoFit/>
            </a:bodyPr>
            <a:lstStyle/>
            <a:p>
              <a:pPr algn="ctr"/>
              <a:r>
                <a:rPr lang="en-US" altLang="zh-CN" sz="3200" b="1" dirty="0">
                  <a:solidFill>
                    <a:schemeClr val="bg1"/>
                  </a:solidFill>
                  <a:latin typeface="微软雅黑" panose="020B0503020204020204" pitchFamily="34" charset="-122"/>
                  <a:ea typeface="微软雅黑" panose="020B0503020204020204" pitchFamily="34" charset="-122"/>
                </a:rPr>
                <a:t>CONTENTS</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5" name="矩形 4"/>
            <p:cNvSpPr/>
            <p:nvPr/>
          </p:nvSpPr>
          <p:spPr>
            <a:xfrm>
              <a:off x="2149811" y="2288106"/>
              <a:ext cx="642025" cy="642025"/>
            </a:xfrm>
            <a:prstGeom prst="rect">
              <a:avLst/>
            </a:prstGeom>
            <a:solidFill>
              <a:srgbClr val="FEC3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rPr>
                <a:t>01</a:t>
              </a:r>
              <a:endParaRPr lang="zh-CN" altLang="en-US" dirty="0">
                <a:solidFill>
                  <a:schemeClr val="bg1"/>
                </a:solidFill>
              </a:endParaRPr>
            </a:p>
          </p:txBody>
        </p:sp>
        <p:sp>
          <p:nvSpPr>
            <p:cNvPr id="6" name="矩形 5"/>
            <p:cNvSpPr/>
            <p:nvPr/>
          </p:nvSpPr>
          <p:spPr>
            <a:xfrm>
              <a:off x="7072003" y="2288106"/>
              <a:ext cx="642025" cy="642025"/>
            </a:xfrm>
            <a:prstGeom prst="rect">
              <a:avLst/>
            </a:prstGeom>
            <a:solidFill>
              <a:srgbClr val="FEC3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rPr>
                <a:t>02</a:t>
              </a:r>
              <a:endParaRPr lang="zh-CN" altLang="en-US" dirty="0">
                <a:solidFill>
                  <a:schemeClr val="bg1"/>
                </a:solidFill>
              </a:endParaRPr>
            </a:p>
          </p:txBody>
        </p:sp>
        <p:sp>
          <p:nvSpPr>
            <p:cNvPr id="7" name="矩形 6"/>
            <p:cNvSpPr/>
            <p:nvPr/>
          </p:nvSpPr>
          <p:spPr>
            <a:xfrm>
              <a:off x="2149811" y="4449834"/>
              <a:ext cx="642025" cy="642025"/>
            </a:xfrm>
            <a:prstGeom prst="rect">
              <a:avLst/>
            </a:prstGeom>
            <a:solidFill>
              <a:srgbClr val="FEC3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rPr>
                <a:t>03</a:t>
              </a:r>
              <a:endParaRPr lang="zh-CN" altLang="en-US" dirty="0">
                <a:solidFill>
                  <a:schemeClr val="bg1"/>
                </a:solidFill>
              </a:endParaRPr>
            </a:p>
          </p:txBody>
        </p:sp>
        <p:sp>
          <p:nvSpPr>
            <p:cNvPr id="8" name="矩形 7"/>
            <p:cNvSpPr/>
            <p:nvPr/>
          </p:nvSpPr>
          <p:spPr>
            <a:xfrm>
              <a:off x="7072003" y="4449834"/>
              <a:ext cx="642025" cy="642025"/>
            </a:xfrm>
            <a:prstGeom prst="rect">
              <a:avLst/>
            </a:prstGeom>
            <a:solidFill>
              <a:srgbClr val="FEC3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rPr>
                <a:t>04</a:t>
              </a:r>
              <a:endParaRPr lang="zh-CN" altLang="en-US" dirty="0">
                <a:solidFill>
                  <a:schemeClr val="bg1"/>
                </a:solidFill>
              </a:endParaRPr>
            </a:p>
          </p:txBody>
        </p:sp>
        <p:sp>
          <p:nvSpPr>
            <p:cNvPr id="9" name="文本框 8"/>
            <p:cNvSpPr txBox="1"/>
            <p:nvPr/>
          </p:nvSpPr>
          <p:spPr>
            <a:xfrm>
              <a:off x="2939450" y="2378931"/>
              <a:ext cx="3227882" cy="460375"/>
            </a:xfrm>
            <a:prstGeom prst="rect">
              <a:avLst/>
            </a:prstGeom>
            <a:noFill/>
          </p:spPr>
          <p:txBody>
            <a:bodyPr wrap="square" rtlCol="0">
              <a:spAutoFit/>
            </a:bodyPr>
            <a:lstStyle/>
            <a:p>
              <a:r>
                <a:rPr sz="2400" dirty="0">
                  <a:solidFill>
                    <a:schemeClr val="bg1"/>
                  </a:solidFill>
                  <a:latin typeface="微软雅黑" panose="020B0503020204020204" pitchFamily="34" charset="-122"/>
                  <a:ea typeface="微软雅黑" panose="020B0503020204020204" pitchFamily="34" charset="-122"/>
                  <a:cs typeface="Nirmala UI Semilight" panose="020B0402040204020203" pitchFamily="34" charset="0"/>
                </a:rPr>
                <a:t>About good luck</a:t>
              </a:r>
            </a:p>
          </p:txBody>
        </p:sp>
        <p:sp>
          <p:nvSpPr>
            <p:cNvPr id="11" name="文本框 10"/>
            <p:cNvSpPr txBox="1"/>
            <p:nvPr/>
          </p:nvSpPr>
          <p:spPr>
            <a:xfrm>
              <a:off x="2939751" y="4540659"/>
              <a:ext cx="4131945" cy="460375"/>
            </a:xfrm>
            <a:prstGeom prst="rect">
              <a:avLst/>
            </a:prstGeom>
            <a:noFill/>
          </p:spPr>
          <p:txBody>
            <a:bodyPr wrap="square" rtlCol="0">
              <a:spAutoFit/>
            </a:bodyPr>
            <a:lstStyle/>
            <a:p>
              <a:r>
                <a:rPr sz="2400" dirty="0">
                  <a:solidFill>
                    <a:schemeClr val="bg1"/>
                  </a:solidFill>
                  <a:latin typeface="微软雅黑" panose="020B0503020204020204" pitchFamily="34" charset="-122"/>
                  <a:ea typeface="微软雅黑" panose="020B0503020204020204" pitchFamily="34" charset="-122"/>
                  <a:cs typeface="Nirmala UI Semilight" panose="020B0402040204020203" pitchFamily="34" charset="0"/>
                </a:rPr>
                <a:t>Good luck advantages</a:t>
              </a:r>
            </a:p>
          </p:txBody>
        </p:sp>
        <p:sp>
          <p:nvSpPr>
            <p:cNvPr id="13" name="文本框 12"/>
            <p:cNvSpPr txBox="1"/>
            <p:nvPr/>
          </p:nvSpPr>
          <p:spPr>
            <a:xfrm>
              <a:off x="7782971" y="4540659"/>
              <a:ext cx="3227882" cy="460375"/>
            </a:xfrm>
            <a:prstGeom prst="rect">
              <a:avLst/>
            </a:prstGeom>
            <a:noFill/>
          </p:spPr>
          <p:txBody>
            <a:bodyPr wrap="square" rtlCol="0">
              <a:spAutoFit/>
            </a:bodyPr>
            <a:lstStyle/>
            <a:p>
              <a:r>
                <a:rPr sz="2400" dirty="0">
                  <a:solidFill>
                    <a:schemeClr val="bg1"/>
                  </a:solidFill>
                  <a:latin typeface="微软雅黑" panose="020B0503020204020204" pitchFamily="34" charset="-122"/>
                  <a:ea typeface="微软雅黑" panose="020B0503020204020204" pitchFamily="34" charset="-122"/>
                  <a:cs typeface="Nirmala UI Semilight" panose="020B0402040204020203" pitchFamily="34" charset="0"/>
                </a:rPr>
                <a:t>Good luck planning</a:t>
              </a:r>
            </a:p>
          </p:txBody>
        </p:sp>
        <p:sp>
          <p:nvSpPr>
            <p:cNvPr id="15" name="文本框 14"/>
            <p:cNvSpPr txBox="1"/>
            <p:nvPr/>
          </p:nvSpPr>
          <p:spPr>
            <a:xfrm>
              <a:off x="7782971" y="2378931"/>
              <a:ext cx="3227882" cy="460375"/>
            </a:xfrm>
            <a:prstGeom prst="rect">
              <a:avLst/>
            </a:prstGeom>
            <a:noFill/>
          </p:spPr>
          <p:txBody>
            <a:bodyPr wrap="square" rtlCol="0">
              <a:spAutoFit/>
            </a:bodyPr>
            <a:lstStyle/>
            <a:p>
              <a:r>
                <a:rPr sz="2400" dirty="0">
                  <a:solidFill>
                    <a:schemeClr val="bg1"/>
                  </a:solidFill>
                  <a:latin typeface="微软雅黑" panose="020B0503020204020204" pitchFamily="34" charset="-122"/>
                  <a:ea typeface="微软雅黑" panose="020B0503020204020204" pitchFamily="34" charset="-122"/>
                  <a:cs typeface="Nirmala UI Semilight" panose="020B0402040204020203" pitchFamily="34" charset="0"/>
                </a:rPr>
                <a:t>Good luck mode</a:t>
              </a:r>
            </a:p>
          </p:txBody>
        </p:sp>
      </p:grpSp>
      <p:pic>
        <p:nvPicPr>
          <p:cNvPr id="20" name="图片 19" descr="Good Luck logo-已转曲(1)"/>
          <p:cNvPicPr>
            <a:picLocks noChangeAspect="1"/>
          </p:cNvPicPr>
          <p:nvPr/>
        </p:nvPicPr>
        <p:blipFill>
          <a:blip r:embed="rId3"/>
          <a:stretch>
            <a:fillRect/>
          </a:stretch>
        </p:blipFill>
        <p:spPr>
          <a:xfrm>
            <a:off x="226695" y="196850"/>
            <a:ext cx="1271270" cy="127127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3000" advTm="3000">
        <p14:shred/>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3057101" y="1638181"/>
            <a:ext cx="6208803" cy="3668500"/>
            <a:chOff x="3057101" y="1638181"/>
            <a:chExt cx="6208803" cy="3668500"/>
          </a:xfrm>
        </p:grpSpPr>
        <p:grpSp>
          <p:nvGrpSpPr>
            <p:cNvPr id="3" name="组合 2"/>
            <p:cNvGrpSpPr/>
            <p:nvPr/>
          </p:nvGrpSpPr>
          <p:grpSpPr>
            <a:xfrm>
              <a:off x="3481689" y="1638181"/>
              <a:ext cx="5784215" cy="3059430"/>
              <a:chOff x="3519797" y="1200031"/>
              <a:chExt cx="5784215" cy="3059430"/>
            </a:xfrm>
          </p:grpSpPr>
          <p:sp>
            <p:nvSpPr>
              <p:cNvPr id="5" name="文本框 4"/>
              <p:cNvSpPr txBox="1"/>
              <p:nvPr/>
            </p:nvSpPr>
            <p:spPr>
              <a:xfrm>
                <a:off x="4191995" y="1200031"/>
                <a:ext cx="3883273" cy="2399665"/>
              </a:xfrm>
              <a:prstGeom prst="rect">
                <a:avLst/>
              </a:prstGeom>
              <a:noFill/>
            </p:spPr>
            <p:txBody>
              <a:bodyPr vert="horz" wrap="square" rtlCol="0">
                <a:spAutoFit/>
              </a:bodyPr>
              <a:lstStyle/>
              <a:p>
                <a:pPr algn="ctr"/>
                <a:r>
                  <a:rPr lang="en-US" altLang="zh-CN" sz="15000" b="1" dirty="0">
                    <a:solidFill>
                      <a:schemeClr val="bg1"/>
                    </a:solidFill>
                    <a:latin typeface="微软雅黑" panose="020B0503020204020204" pitchFamily="34" charset="-122"/>
                    <a:ea typeface="微软雅黑" panose="020B0503020204020204" pitchFamily="34" charset="-122"/>
                  </a:rPr>
                  <a:t>01</a:t>
                </a:r>
                <a:endParaRPr lang="zh-CN" altLang="en-US" sz="15000" b="1" dirty="0">
                  <a:solidFill>
                    <a:schemeClr val="bg1"/>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3519797" y="3429516"/>
                <a:ext cx="5784215" cy="829945"/>
              </a:xfrm>
              <a:prstGeom prst="rect">
                <a:avLst/>
              </a:prstGeom>
              <a:noFill/>
            </p:spPr>
            <p:txBody>
              <a:bodyPr wrap="square" rtlCol="0">
                <a:spAutoFit/>
              </a:bodyPr>
              <a:lstStyle/>
              <a:p>
                <a:pPr algn="ctr"/>
                <a:r>
                  <a:rPr lang="en-US" altLang="zh-CN" sz="4800" b="1" spc="600" dirty="0">
                    <a:solidFill>
                      <a:schemeClr val="bg1"/>
                    </a:solidFill>
                    <a:latin typeface="微软雅黑" panose="020B0503020204020204" pitchFamily="34" charset="-122"/>
                    <a:ea typeface="微软雅黑" panose="020B0503020204020204" pitchFamily="34" charset="-122"/>
                  </a:rPr>
                  <a:t>Good luck </a:t>
                </a:r>
                <a:endParaRPr lang="zh-CN" altLang="en-US" sz="4800" b="1" spc="600" dirty="0">
                  <a:solidFill>
                    <a:schemeClr val="bg1"/>
                  </a:solidFill>
                  <a:latin typeface="微软雅黑" panose="020B0503020204020204" pitchFamily="34" charset="-122"/>
                  <a:ea typeface="微软雅黑" panose="020B0503020204020204" pitchFamily="34" charset="-122"/>
                </a:endParaRPr>
              </a:p>
            </p:txBody>
          </p:sp>
        </p:grpSp>
        <p:sp>
          <p:nvSpPr>
            <p:cNvPr id="10" name="矩形 9"/>
            <p:cNvSpPr/>
            <p:nvPr/>
          </p:nvSpPr>
          <p:spPr>
            <a:xfrm>
              <a:off x="3057101" y="4661521"/>
              <a:ext cx="6077799" cy="645160"/>
            </a:xfrm>
            <a:prstGeom prst="rect">
              <a:avLst/>
            </a:prstGeom>
          </p:spPr>
          <p:txBody>
            <a:bodyPr wrap="square">
              <a:spAutoFit/>
            </a:bodyPr>
            <a:lstStyle/>
            <a:p>
              <a:pPr algn="ctr"/>
              <a:r>
                <a:rPr lang="en-US" altLang="zh-CN" sz="3600">
                  <a:solidFill>
                    <a:schemeClr val="bg1"/>
                  </a:solidFill>
                  <a:cs typeface="+mn-ea"/>
                  <a:sym typeface="+mn-lt"/>
                </a:rPr>
                <a:t>About good luck</a:t>
              </a:r>
            </a:p>
          </p:txBody>
        </p:sp>
      </p:grpSp>
      <p:pic>
        <p:nvPicPr>
          <p:cNvPr id="15" name="图片 14" descr="Good Luck logo-已转曲(1)"/>
          <p:cNvPicPr>
            <a:picLocks noChangeAspect="1"/>
          </p:cNvPicPr>
          <p:nvPr/>
        </p:nvPicPr>
        <p:blipFill>
          <a:blip r:embed="rId3"/>
          <a:stretch>
            <a:fillRect/>
          </a:stretch>
        </p:blipFill>
        <p:spPr>
          <a:xfrm>
            <a:off x="226695" y="196850"/>
            <a:ext cx="1271270" cy="127127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4400" advTm="3000">
        <p14:honeycomb/>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1707515" y="444667"/>
            <a:ext cx="6982460" cy="662415"/>
            <a:chOff x="1120877" y="766916"/>
            <a:chExt cx="4689374" cy="662541"/>
          </a:xfrm>
        </p:grpSpPr>
        <p:sp>
          <p:nvSpPr>
            <p:cNvPr id="8" name="矩形 7"/>
            <p:cNvSpPr/>
            <p:nvPr/>
          </p:nvSpPr>
          <p:spPr>
            <a:xfrm>
              <a:off x="1120877" y="766916"/>
              <a:ext cx="501446" cy="648929"/>
            </a:xfrm>
            <a:prstGeom prst="rect">
              <a:avLst/>
            </a:prstGeom>
            <a:solidFill>
              <a:srgbClr val="FEC35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extfeld 29"/>
            <p:cNvSpPr txBox="1"/>
            <p:nvPr/>
          </p:nvSpPr>
          <p:spPr>
            <a:xfrm>
              <a:off x="1869713" y="799417"/>
              <a:ext cx="3940538" cy="630040"/>
            </a:xfrm>
            <a:prstGeom prst="rect">
              <a:avLst/>
            </a:prstGeom>
            <a:noFill/>
          </p:spPr>
          <p:txBody>
            <a:bodyPr wrap="square" rtlCol="0">
              <a:spAutoFit/>
            </a:bodyPr>
            <a:lstStyle/>
            <a:p>
              <a:pPr defTabSz="228600"/>
              <a:r>
                <a:rPr lang="en-US" altLang="zh-CN" sz="35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Preface</a:t>
              </a:r>
              <a:endParaRPr lang="zh-CN" altLang="en-US" sz="35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grpSp>
      <p:sp>
        <p:nvSpPr>
          <p:cNvPr id="10" name="矩形 9"/>
          <p:cNvSpPr/>
          <p:nvPr/>
        </p:nvSpPr>
        <p:spPr>
          <a:xfrm>
            <a:off x="549979" y="1755448"/>
            <a:ext cx="11291218" cy="4401205"/>
          </a:xfrm>
          <a:prstGeom prst="rect">
            <a:avLst/>
          </a:prstGeom>
        </p:spPr>
        <p:txBody>
          <a:bodyPr wrap="square">
            <a:spAutoFit/>
          </a:bodyPr>
          <a:lstStyle/>
          <a:p>
            <a:pPr>
              <a:lnSpc>
                <a:spcPct val="100000"/>
              </a:lnSpc>
            </a:pPr>
            <a:r>
              <a:rPr lang="zh-CN" altLang="en-US" sz="2000" b="1" spc="300" dirty="0">
                <a:solidFill>
                  <a:schemeClr val="bg1"/>
                </a:solidFill>
                <a:latin typeface="+mn-ea"/>
              </a:rPr>
              <a:t>  </a:t>
            </a:r>
            <a:r>
              <a:rPr lang="en-US" sz="2000" b="1" spc="300" dirty="0">
                <a:solidFill>
                  <a:schemeClr val="bg1"/>
                </a:solidFill>
                <a:latin typeface="+mn-ea"/>
              </a:rPr>
              <a:t>The global total market value of digital assets is up to US $750 billion, and the contract scale is up to US $100 billion. While digital assets are booming, few investors are making money. The original pure digital assets have become the largest casino in the world, making the investors of digital assets live in a life state of greed, fear, anxiety and sleeplessness. Ten times as many digital assets as ever can be seen everywhere, and one hundred times as many digital assets have gone forever. The once small and vast digital circle has become a slaughterhouse, and the once respected digital circle has become a hell of leeks.</a:t>
            </a:r>
          </a:p>
          <a:p>
            <a:pPr>
              <a:lnSpc>
                <a:spcPct val="100000"/>
              </a:lnSpc>
            </a:pPr>
            <a:endParaRPr lang="en-US" sz="2000" b="1" spc="300" dirty="0">
              <a:solidFill>
                <a:schemeClr val="bg1"/>
              </a:solidFill>
              <a:latin typeface="+mn-ea"/>
            </a:endParaRPr>
          </a:p>
          <a:p>
            <a:pPr>
              <a:lnSpc>
                <a:spcPct val="100000"/>
              </a:lnSpc>
            </a:pPr>
            <a:r>
              <a:rPr lang="zh-CN" altLang="en-US" sz="2000" b="1" spc="300" dirty="0">
                <a:solidFill>
                  <a:schemeClr val="bg1"/>
                </a:solidFill>
                <a:latin typeface="+mn-ea"/>
              </a:rPr>
              <a:t>  </a:t>
            </a:r>
            <a:r>
              <a:rPr lang="en-US" sz="2000" b="1" spc="300" dirty="0">
                <a:solidFill>
                  <a:schemeClr val="bg1"/>
                </a:solidFill>
                <a:latin typeface="+mn-ea"/>
              </a:rPr>
              <a:t>Although there is darkness and dark clouds, justice and light will not be late. What should come will come eventually. When he comes, he finally comes. The global decentralized digital welfare ecology.</a:t>
            </a:r>
            <a:endParaRPr lang="zh-CN" sz="2000" b="1" spc="300" dirty="0">
              <a:solidFill>
                <a:schemeClr val="bg1"/>
              </a:solidFill>
              <a:latin typeface="+mn-ea"/>
            </a:endParaRPr>
          </a:p>
        </p:txBody>
      </p:sp>
      <p:pic>
        <p:nvPicPr>
          <p:cNvPr id="3" name="图片 2" descr="Good Luck logo-已转曲(1)"/>
          <p:cNvPicPr>
            <a:picLocks noChangeAspect="1"/>
          </p:cNvPicPr>
          <p:nvPr>
            <p:custDataLst>
              <p:tags r:id="rId1"/>
            </p:custDataLst>
          </p:nvPr>
        </p:nvPicPr>
        <p:blipFill>
          <a:blip r:embed="rId4"/>
          <a:stretch>
            <a:fillRect/>
          </a:stretch>
        </p:blipFill>
        <p:spPr>
          <a:xfrm>
            <a:off x="0" y="131445"/>
            <a:ext cx="1271270" cy="127127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advTm="3000">
        <p14:ripple/>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1772919" y="575310"/>
            <a:ext cx="8919223" cy="663437"/>
            <a:chOff x="1120877" y="766916"/>
            <a:chExt cx="4689374" cy="663563"/>
          </a:xfrm>
        </p:grpSpPr>
        <p:sp>
          <p:nvSpPr>
            <p:cNvPr id="8" name="矩形 7"/>
            <p:cNvSpPr/>
            <p:nvPr/>
          </p:nvSpPr>
          <p:spPr>
            <a:xfrm>
              <a:off x="1120877" y="766916"/>
              <a:ext cx="501446" cy="648929"/>
            </a:xfrm>
            <a:prstGeom prst="rect">
              <a:avLst/>
            </a:prstGeom>
            <a:solidFill>
              <a:srgbClr val="FEC35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extfeld 29"/>
            <p:cNvSpPr txBox="1"/>
            <p:nvPr/>
          </p:nvSpPr>
          <p:spPr>
            <a:xfrm>
              <a:off x="1869713" y="799417"/>
              <a:ext cx="3940538" cy="631062"/>
            </a:xfrm>
            <a:prstGeom prst="rect">
              <a:avLst/>
            </a:prstGeom>
            <a:noFill/>
          </p:spPr>
          <p:txBody>
            <a:bodyPr wrap="square" rtlCol="0">
              <a:spAutoFit/>
            </a:bodyPr>
            <a:lstStyle/>
            <a:p>
              <a:pPr defTabSz="228600"/>
              <a:r>
                <a:rPr lang="en-US" altLang="zh-CN" sz="35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Emerge from the sky</a:t>
              </a:r>
              <a:endParaRPr lang="zh-CN" altLang="en-US" sz="35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grpSp>
      <p:sp>
        <p:nvSpPr>
          <p:cNvPr id="10" name="矩形 9"/>
          <p:cNvSpPr/>
          <p:nvPr/>
        </p:nvSpPr>
        <p:spPr>
          <a:xfrm>
            <a:off x="419656" y="2233170"/>
            <a:ext cx="11352688" cy="3477875"/>
          </a:xfrm>
          <a:prstGeom prst="rect">
            <a:avLst/>
          </a:prstGeom>
        </p:spPr>
        <p:txBody>
          <a:bodyPr wrap="square">
            <a:spAutoFit/>
          </a:bodyPr>
          <a:lstStyle/>
          <a:p>
            <a:pPr>
              <a:lnSpc>
                <a:spcPct val="100000"/>
              </a:lnSpc>
            </a:pPr>
            <a:r>
              <a:rPr lang="en-US" sz="2000" b="1" spc="300" dirty="0">
                <a:solidFill>
                  <a:schemeClr val="bg1"/>
                </a:solidFill>
                <a:latin typeface="+mn-ea"/>
              </a:rPr>
              <a:t>Good luck, when entertainment and welfare are built on the blockchain fast lane, it will usher in the era. In line with the development trend of the times and redefining the world, good luck, a blockchain decentralized ecological application jointly launched by the global mainstream digital assets, is the world's first innovation mode of "blockchain + Digital welfare ecology". With the desire of humanized charity and universal benefits, everyone can participate in helping the freedom of wealth and promoting the global blockchain With the development of Ecological Welfare, let the once proud healthy digital circle come back again! International mainstream media, such as twitter, Facebook, </a:t>
            </a:r>
            <a:r>
              <a:rPr lang="en-US" sz="2000" b="1" spc="300" dirty="0" err="1">
                <a:solidFill>
                  <a:schemeClr val="bg1"/>
                </a:solidFill>
                <a:latin typeface="+mn-ea"/>
              </a:rPr>
              <a:t>instagram</a:t>
            </a:r>
            <a:r>
              <a:rPr lang="en-US" sz="2000" b="1" spc="300" dirty="0">
                <a:solidFill>
                  <a:schemeClr val="bg1"/>
                </a:solidFill>
                <a:latin typeface="+mn-ea"/>
              </a:rPr>
              <a:t>, dark wed, etc., have widely released</a:t>
            </a:r>
            <a:endParaRPr sz="2000" b="1" spc="300" dirty="0">
              <a:solidFill>
                <a:schemeClr val="bg1"/>
              </a:solidFill>
              <a:latin typeface="+mn-ea"/>
            </a:endParaRPr>
          </a:p>
        </p:txBody>
      </p:sp>
      <p:pic>
        <p:nvPicPr>
          <p:cNvPr id="3" name="图片 2" descr="Good Luck logo-已转曲(1)"/>
          <p:cNvPicPr>
            <a:picLocks noChangeAspect="1"/>
          </p:cNvPicPr>
          <p:nvPr>
            <p:custDataLst>
              <p:tags r:id="rId1"/>
            </p:custDataLst>
          </p:nvPr>
        </p:nvPicPr>
        <p:blipFill>
          <a:blip r:embed="rId4"/>
          <a:stretch>
            <a:fillRect/>
          </a:stretch>
        </p:blipFill>
        <p:spPr>
          <a:xfrm>
            <a:off x="226695" y="196850"/>
            <a:ext cx="1271270" cy="127127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advTm="3000">
        <p14:ripple/>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1497965" y="805815"/>
            <a:ext cx="10627403" cy="648747"/>
            <a:chOff x="1120877" y="766916"/>
            <a:chExt cx="4929754" cy="648929"/>
          </a:xfrm>
        </p:grpSpPr>
        <p:sp>
          <p:nvSpPr>
            <p:cNvPr id="8" name="矩形 7"/>
            <p:cNvSpPr/>
            <p:nvPr/>
          </p:nvSpPr>
          <p:spPr>
            <a:xfrm>
              <a:off x="1120877" y="766916"/>
              <a:ext cx="501446" cy="648929"/>
            </a:xfrm>
            <a:prstGeom prst="rect">
              <a:avLst/>
            </a:prstGeom>
            <a:solidFill>
              <a:srgbClr val="FEC35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extfeld 29"/>
            <p:cNvSpPr txBox="1"/>
            <p:nvPr/>
          </p:nvSpPr>
          <p:spPr>
            <a:xfrm>
              <a:off x="1624003" y="799310"/>
              <a:ext cx="4426628" cy="523367"/>
            </a:xfrm>
            <a:prstGeom prst="rect">
              <a:avLst/>
            </a:prstGeom>
            <a:noFill/>
          </p:spPr>
          <p:txBody>
            <a:bodyPr wrap="square" rtlCol="0">
              <a:spAutoFit/>
            </a:bodyPr>
            <a:lstStyle/>
            <a:p>
              <a:pPr defTabSz="228600"/>
              <a:r>
                <a:rPr lang="en-US" altLang="zh-CN" sz="28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Building a new platform of welfare ecosystem</a:t>
              </a:r>
              <a:endParaRPr lang="zh-CN" altLang="en-US" sz="28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grpSp>
      <p:sp>
        <p:nvSpPr>
          <p:cNvPr id="10" name="矩形 9"/>
          <p:cNvSpPr/>
          <p:nvPr/>
        </p:nvSpPr>
        <p:spPr>
          <a:xfrm>
            <a:off x="572135" y="2203821"/>
            <a:ext cx="11291570" cy="3718197"/>
          </a:xfrm>
          <a:prstGeom prst="rect">
            <a:avLst/>
          </a:prstGeom>
        </p:spPr>
        <p:txBody>
          <a:bodyPr wrap="square">
            <a:spAutoFit/>
          </a:bodyPr>
          <a:lstStyle/>
          <a:p>
            <a:pPr>
              <a:lnSpc>
                <a:spcPct val="120000"/>
              </a:lnSpc>
            </a:pPr>
            <a:r>
              <a:rPr lang="en-US" b="1" spc="300" dirty="0">
                <a:solidFill>
                  <a:schemeClr val="bg1"/>
                </a:solidFill>
                <a:latin typeface="+mn-ea"/>
              </a:rPr>
              <a:t>Good Through building a new digital welfare ecological platform, with the help of blockchain technology to build trust and link to the future, and to let the value of digital welfare flow freely, and with a unique digital fission mode of blockchain, to expand the social communication of global digital welfare application community, large-scale applications with a daily life of more than ten million have emerged, realizing the anchoring of physical world assets and assets on the chain The times subverted and innovated the traditional offline entertainment modes such as Macao and Las Vegas and the spot contract mode of online traditional exchanges, and truly realized the welfare life of the public participating in the "digital finance" ten thousand chain Internet circulation application.</a:t>
            </a:r>
            <a:endParaRPr b="1" spc="300" dirty="0">
              <a:solidFill>
                <a:schemeClr val="bg1"/>
              </a:solidFill>
              <a:latin typeface="+mn-ea"/>
            </a:endParaRPr>
          </a:p>
        </p:txBody>
      </p:sp>
      <p:pic>
        <p:nvPicPr>
          <p:cNvPr id="3" name="图片 2" descr="Good Luck logo-已转曲(1)"/>
          <p:cNvPicPr>
            <a:picLocks noChangeAspect="1"/>
          </p:cNvPicPr>
          <p:nvPr>
            <p:custDataLst>
              <p:tags r:id="rId1"/>
            </p:custDataLst>
          </p:nvPr>
        </p:nvPicPr>
        <p:blipFill>
          <a:blip r:embed="rId4"/>
          <a:stretch>
            <a:fillRect/>
          </a:stretch>
        </p:blipFill>
        <p:spPr>
          <a:xfrm>
            <a:off x="226695" y="196850"/>
            <a:ext cx="1271270" cy="127127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advTm="3000">
        <p14:ripple/>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1497965" y="805815"/>
            <a:ext cx="10627403" cy="662305"/>
            <a:chOff x="1120877" y="766916"/>
            <a:chExt cx="4929754" cy="662491"/>
          </a:xfrm>
        </p:grpSpPr>
        <p:sp>
          <p:nvSpPr>
            <p:cNvPr id="8" name="矩形 7"/>
            <p:cNvSpPr/>
            <p:nvPr/>
          </p:nvSpPr>
          <p:spPr>
            <a:xfrm>
              <a:off x="1120877" y="766916"/>
              <a:ext cx="501446" cy="648929"/>
            </a:xfrm>
            <a:prstGeom prst="rect">
              <a:avLst/>
            </a:prstGeom>
            <a:solidFill>
              <a:srgbClr val="FEC35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extfeld 29"/>
            <p:cNvSpPr txBox="1"/>
            <p:nvPr/>
          </p:nvSpPr>
          <p:spPr>
            <a:xfrm>
              <a:off x="1624003" y="799310"/>
              <a:ext cx="4426628" cy="630097"/>
            </a:xfrm>
            <a:prstGeom prst="rect">
              <a:avLst/>
            </a:prstGeom>
            <a:noFill/>
          </p:spPr>
          <p:txBody>
            <a:bodyPr wrap="square" rtlCol="0">
              <a:spAutoFit/>
            </a:bodyPr>
            <a:lstStyle/>
            <a:p>
              <a:pPr defTabSz="228600"/>
              <a:r>
                <a:rPr lang="en-US" altLang="zh-CN" sz="35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Fair, just, open and transparent</a:t>
              </a:r>
              <a:endParaRPr lang="zh-CN" altLang="en-US" sz="35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grpSp>
      <p:sp>
        <p:nvSpPr>
          <p:cNvPr id="10" name="矩形 9"/>
          <p:cNvSpPr/>
          <p:nvPr/>
        </p:nvSpPr>
        <p:spPr>
          <a:xfrm>
            <a:off x="445317" y="2104181"/>
            <a:ext cx="11471275" cy="3948004"/>
          </a:xfrm>
          <a:prstGeom prst="rect">
            <a:avLst/>
          </a:prstGeom>
        </p:spPr>
        <p:txBody>
          <a:bodyPr wrap="square">
            <a:spAutoFit/>
          </a:bodyPr>
          <a:lstStyle/>
          <a:p>
            <a:pPr>
              <a:lnSpc>
                <a:spcPct val="120000"/>
              </a:lnSpc>
            </a:pPr>
            <a:r>
              <a:rPr lang="en-US" sz="1400" b="1" spc="300" dirty="0">
                <a:solidFill>
                  <a:schemeClr val="bg1"/>
                </a:solidFill>
                <a:latin typeface="+mn-ea"/>
              </a:rPr>
              <a:t>Good luck only needs to download and register for free to participate in online entertainment games, with rich prizes. The prize number matches the real-time prices of BTC and eth, the three major international exchanges. With the technical advantages of fairness, fairness, openness and transparency of blockchain technology, everyone has the opportunity to share the huge total bonus pool of the current period.</a:t>
            </a:r>
          </a:p>
          <a:p>
            <a:pPr>
              <a:lnSpc>
                <a:spcPct val="120000"/>
              </a:lnSpc>
            </a:pPr>
            <a:endParaRPr lang="en-US" sz="1400" b="1" spc="300" dirty="0">
              <a:solidFill>
                <a:schemeClr val="bg1"/>
              </a:solidFill>
              <a:latin typeface="+mn-ea"/>
            </a:endParaRPr>
          </a:p>
          <a:p>
            <a:pPr>
              <a:lnSpc>
                <a:spcPct val="120000"/>
              </a:lnSpc>
            </a:pPr>
            <a:r>
              <a:rPr lang="en-US" sz="1400" b="1" spc="300" dirty="0">
                <a:solidFill>
                  <a:schemeClr val="bg1"/>
                </a:solidFill>
                <a:latin typeface="+mn-ea"/>
              </a:rPr>
              <a:t>There are also a variety of automatic reward and return systems, which have strong resiliency. With the advantages of small, broad, safe payment, and continuous stability, the company has built a global boundless digital welfare ecological chain, which has become a hot spot in the whole market. It is the last wave of counter attack opportunities for the vast number of Chinese chives in the digital circle. Countless entrepreneurs and capital have been pouring in, which has set off a new wave of wealth building Will make millions, billionaires.</a:t>
            </a:r>
          </a:p>
          <a:p>
            <a:pPr>
              <a:lnSpc>
                <a:spcPct val="120000"/>
              </a:lnSpc>
            </a:pPr>
            <a:r>
              <a:rPr lang="en-US" sz="1400" b="1" spc="300" dirty="0">
                <a:solidFill>
                  <a:schemeClr val="bg1"/>
                </a:solidFill>
                <a:latin typeface="+mn-ea"/>
              </a:rPr>
              <a:t>Join good luck together to open a new era of digital welfare sharing economy and share this wave of wealth feast!</a:t>
            </a:r>
            <a:endParaRPr sz="1400" b="1" i="1" spc="300" dirty="0">
              <a:solidFill>
                <a:schemeClr val="bg1"/>
              </a:solidFill>
              <a:latin typeface="方正大黑简体" panose="02010601030101010101" charset="-122"/>
              <a:ea typeface="方正大黑简体" panose="02010601030101010101" charset="-122"/>
              <a:cs typeface="方正大黑简体" panose="02010601030101010101" charset="-122"/>
            </a:endParaRPr>
          </a:p>
        </p:txBody>
      </p:sp>
      <p:pic>
        <p:nvPicPr>
          <p:cNvPr id="3" name="图片 2" descr="Good Luck logo-已转曲(1)"/>
          <p:cNvPicPr>
            <a:picLocks noChangeAspect="1"/>
          </p:cNvPicPr>
          <p:nvPr>
            <p:custDataLst>
              <p:tags r:id="rId1"/>
            </p:custDataLst>
          </p:nvPr>
        </p:nvPicPr>
        <p:blipFill>
          <a:blip r:embed="rId4"/>
          <a:stretch>
            <a:fillRect/>
          </a:stretch>
        </p:blipFill>
        <p:spPr>
          <a:xfrm>
            <a:off x="226695" y="196850"/>
            <a:ext cx="1271270" cy="127127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advTm="3000">
        <p14:ripple/>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1691438" y="755776"/>
            <a:ext cx="10192386" cy="1202045"/>
            <a:chOff x="1120877" y="766916"/>
            <a:chExt cx="4689374" cy="1202274"/>
          </a:xfrm>
        </p:grpSpPr>
        <p:sp>
          <p:nvSpPr>
            <p:cNvPr id="8" name="矩形 7"/>
            <p:cNvSpPr/>
            <p:nvPr/>
          </p:nvSpPr>
          <p:spPr>
            <a:xfrm>
              <a:off x="1120877" y="766916"/>
              <a:ext cx="501446" cy="648929"/>
            </a:xfrm>
            <a:prstGeom prst="rect">
              <a:avLst/>
            </a:prstGeom>
            <a:solidFill>
              <a:srgbClr val="FEC35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extfeld 29"/>
            <p:cNvSpPr txBox="1"/>
            <p:nvPr/>
          </p:nvSpPr>
          <p:spPr>
            <a:xfrm>
              <a:off x="1869713" y="799417"/>
              <a:ext cx="3940538" cy="1169773"/>
            </a:xfrm>
            <a:prstGeom prst="rect">
              <a:avLst/>
            </a:prstGeom>
            <a:noFill/>
          </p:spPr>
          <p:txBody>
            <a:bodyPr wrap="square" rtlCol="0">
              <a:spAutoFit/>
            </a:bodyPr>
            <a:lstStyle/>
            <a:p>
              <a:pPr defTabSz="228600"/>
              <a:r>
                <a:rPr lang="en-US" altLang="zh-CN" sz="35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Digital application welfare platform</a:t>
              </a:r>
              <a:endParaRPr lang="zh-CN" altLang="en-US" sz="35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grpSp>
      <p:sp>
        <p:nvSpPr>
          <p:cNvPr id="10" name="矩形 9"/>
          <p:cNvSpPr/>
          <p:nvPr/>
        </p:nvSpPr>
        <p:spPr>
          <a:xfrm>
            <a:off x="671195" y="2241946"/>
            <a:ext cx="11045190" cy="3690177"/>
          </a:xfrm>
          <a:prstGeom prst="rect">
            <a:avLst/>
          </a:prstGeom>
        </p:spPr>
        <p:txBody>
          <a:bodyPr wrap="square">
            <a:spAutoFit/>
          </a:bodyPr>
          <a:lstStyle/>
          <a:p>
            <a:pPr>
              <a:lnSpc>
                <a:spcPct val="200000"/>
              </a:lnSpc>
            </a:pPr>
            <a:r>
              <a:rPr lang="en-US" sz="2000" b="1" spc="300" dirty="0">
                <a:solidFill>
                  <a:schemeClr val="bg1"/>
                </a:solidFill>
                <a:latin typeface="+mn-ea"/>
                <a:sym typeface="+mn-ea"/>
              </a:rPr>
              <a:t>Good luck is the world's first digital welfare application platform, which is jointly launched by several international exchanges. Through the platform, a global blockchain welfare fund is established, adhering to the concept of blockchain openness, fairness, fairness and transparency, and promoting the development of global blockchain welfare.</a:t>
            </a:r>
            <a:endParaRPr sz="2000" b="1" spc="300" dirty="0">
              <a:solidFill>
                <a:schemeClr val="bg1"/>
              </a:solidFill>
              <a:latin typeface="+mn-ea"/>
            </a:endParaRPr>
          </a:p>
        </p:txBody>
      </p:sp>
      <p:pic>
        <p:nvPicPr>
          <p:cNvPr id="3" name="图片 2" descr="Good Luck logo-已转曲(1)"/>
          <p:cNvPicPr>
            <a:picLocks noChangeAspect="1"/>
          </p:cNvPicPr>
          <p:nvPr>
            <p:custDataLst>
              <p:tags r:id="rId1"/>
            </p:custDataLst>
          </p:nvPr>
        </p:nvPicPr>
        <p:blipFill>
          <a:blip r:embed="rId4"/>
          <a:stretch>
            <a:fillRect/>
          </a:stretch>
        </p:blipFill>
        <p:spPr>
          <a:xfrm>
            <a:off x="226695" y="196850"/>
            <a:ext cx="1271270" cy="127127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advTm="3000">
        <p14:ripple/>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1745760" y="755776"/>
            <a:ext cx="9779302" cy="1202045"/>
            <a:chOff x="1120877" y="766916"/>
            <a:chExt cx="4689374" cy="1202274"/>
          </a:xfrm>
        </p:grpSpPr>
        <p:sp>
          <p:nvSpPr>
            <p:cNvPr id="8" name="矩形 7"/>
            <p:cNvSpPr/>
            <p:nvPr/>
          </p:nvSpPr>
          <p:spPr>
            <a:xfrm>
              <a:off x="1120877" y="766916"/>
              <a:ext cx="501446" cy="648929"/>
            </a:xfrm>
            <a:prstGeom prst="rect">
              <a:avLst/>
            </a:prstGeom>
            <a:solidFill>
              <a:srgbClr val="FEC35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extfeld 29"/>
            <p:cNvSpPr txBox="1"/>
            <p:nvPr/>
          </p:nvSpPr>
          <p:spPr>
            <a:xfrm>
              <a:off x="1869713" y="799417"/>
              <a:ext cx="3940538" cy="1169773"/>
            </a:xfrm>
            <a:prstGeom prst="rect">
              <a:avLst/>
            </a:prstGeom>
            <a:noFill/>
          </p:spPr>
          <p:txBody>
            <a:bodyPr wrap="square" rtlCol="0">
              <a:spAutoFit/>
            </a:bodyPr>
            <a:lstStyle/>
            <a:p>
              <a:pPr defTabSz="228600"/>
              <a:r>
                <a:rPr lang="en-US" altLang="zh-CN" sz="35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Blockchain distributed technology</a:t>
              </a:r>
              <a:endParaRPr lang="de-DE" sz="2000" dirty="0">
                <a:solidFill>
                  <a:schemeClr val="bg1"/>
                </a:solidFill>
                <a:latin typeface="微软雅黑" panose="020B0503020204020204" pitchFamily="34" charset="-122"/>
                <a:ea typeface="微软雅黑" panose="020B0503020204020204" pitchFamily="34" charset="-122"/>
                <a:cs typeface="+mn-ea"/>
                <a:sym typeface="+mn-lt"/>
              </a:endParaRPr>
            </a:p>
          </p:txBody>
        </p:sp>
      </p:grpSp>
      <p:sp>
        <p:nvSpPr>
          <p:cNvPr id="10" name="矩形 9"/>
          <p:cNvSpPr/>
          <p:nvPr/>
        </p:nvSpPr>
        <p:spPr>
          <a:xfrm>
            <a:off x="1202055" y="2354247"/>
            <a:ext cx="10105390" cy="3474734"/>
          </a:xfrm>
          <a:prstGeom prst="rect">
            <a:avLst/>
          </a:prstGeom>
        </p:spPr>
        <p:txBody>
          <a:bodyPr wrap="square">
            <a:spAutoFit/>
          </a:bodyPr>
          <a:lstStyle/>
          <a:p>
            <a:pPr>
              <a:lnSpc>
                <a:spcPct val="160000"/>
              </a:lnSpc>
            </a:pPr>
            <a:r>
              <a:rPr lang="en-US" sz="2000" b="1" spc="300" dirty="0">
                <a:solidFill>
                  <a:schemeClr val="bg1"/>
                </a:solidFill>
                <a:latin typeface="+mn-ea"/>
                <a:sym typeface="+mn-ea"/>
              </a:rPr>
              <a:t>Based on the blockchain distributed technology and the decentralized digital welfare application consensus mechanism of the public chain, the good luck platform expands the Golden Globe digital welfare application community to promote the application of blockchain technology to global welfare undertakings with the desire of humanized charity and inclusive benefits.</a:t>
            </a:r>
            <a:endParaRPr sz="2000" b="1" spc="300" dirty="0">
              <a:solidFill>
                <a:schemeClr val="bg1"/>
              </a:solidFill>
              <a:latin typeface="+mn-ea"/>
            </a:endParaRPr>
          </a:p>
        </p:txBody>
      </p:sp>
      <p:pic>
        <p:nvPicPr>
          <p:cNvPr id="3" name="图片 2" descr="Good Luck logo-已转曲(1)"/>
          <p:cNvPicPr>
            <a:picLocks noChangeAspect="1"/>
          </p:cNvPicPr>
          <p:nvPr>
            <p:custDataLst>
              <p:tags r:id="rId1"/>
            </p:custDataLst>
          </p:nvPr>
        </p:nvPicPr>
        <p:blipFill>
          <a:blip r:embed="rId4"/>
          <a:stretch>
            <a:fillRect/>
          </a:stretch>
        </p:blipFill>
        <p:spPr>
          <a:xfrm>
            <a:off x="226695" y="196850"/>
            <a:ext cx="1271270" cy="127127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advTm="3000">
        <p14:ripple/>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1745760" y="848732"/>
            <a:ext cx="6982460" cy="1169550"/>
            <a:chOff x="1120877" y="783166"/>
            <a:chExt cx="4689374" cy="1169773"/>
          </a:xfrm>
        </p:grpSpPr>
        <p:sp>
          <p:nvSpPr>
            <p:cNvPr id="8" name="矩形 7"/>
            <p:cNvSpPr/>
            <p:nvPr/>
          </p:nvSpPr>
          <p:spPr>
            <a:xfrm>
              <a:off x="1120877" y="1043589"/>
              <a:ext cx="501446" cy="648929"/>
            </a:xfrm>
            <a:prstGeom prst="rect">
              <a:avLst/>
            </a:prstGeom>
            <a:solidFill>
              <a:srgbClr val="FEC35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extfeld 29"/>
            <p:cNvSpPr txBox="1"/>
            <p:nvPr/>
          </p:nvSpPr>
          <p:spPr>
            <a:xfrm>
              <a:off x="1869713" y="783166"/>
              <a:ext cx="3940538" cy="1169773"/>
            </a:xfrm>
            <a:prstGeom prst="rect">
              <a:avLst/>
            </a:prstGeom>
            <a:noFill/>
          </p:spPr>
          <p:txBody>
            <a:bodyPr wrap="square" rtlCol="0">
              <a:spAutoFit/>
            </a:bodyPr>
            <a:lstStyle/>
            <a:p>
              <a:pPr defTabSz="228600"/>
              <a:r>
                <a:rPr lang="en-US" altLang="zh-CN" sz="35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Blockchain digital compound interest mode</a:t>
              </a:r>
              <a:endParaRPr lang="zh-CN" altLang="en-US" sz="35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grpSp>
      <p:sp>
        <p:nvSpPr>
          <p:cNvPr id="10" name="矩形 9"/>
          <p:cNvSpPr/>
          <p:nvPr/>
        </p:nvSpPr>
        <p:spPr>
          <a:xfrm>
            <a:off x="1025197" y="2670979"/>
            <a:ext cx="10554184" cy="2969274"/>
          </a:xfrm>
          <a:prstGeom prst="rect">
            <a:avLst/>
          </a:prstGeom>
        </p:spPr>
        <p:txBody>
          <a:bodyPr wrap="square">
            <a:spAutoFit/>
          </a:bodyPr>
          <a:lstStyle/>
          <a:p>
            <a:pPr>
              <a:lnSpc>
                <a:spcPct val="160000"/>
              </a:lnSpc>
            </a:pPr>
            <a:r>
              <a:rPr lang="en-US" sz="2400" b="1" spc="300" dirty="0">
                <a:solidFill>
                  <a:schemeClr val="bg1"/>
                </a:solidFill>
                <a:latin typeface="+mn-ea"/>
              </a:rPr>
              <a:t>The original blockchain digital compound interest mode of good luck platform truly realizes the welfare life of the public participating in the "digital finance" circulation application. The global digital welfare fund of good luck helps the personal wealth dream come true!</a:t>
            </a:r>
            <a:endParaRPr sz="2400" b="1" spc="300" dirty="0">
              <a:solidFill>
                <a:schemeClr val="bg1"/>
              </a:solidFill>
              <a:latin typeface="+mn-ea"/>
            </a:endParaRPr>
          </a:p>
        </p:txBody>
      </p:sp>
      <p:pic>
        <p:nvPicPr>
          <p:cNvPr id="3" name="图片 2" descr="Good Luck logo-已转曲(1)"/>
          <p:cNvPicPr>
            <a:picLocks noChangeAspect="1"/>
          </p:cNvPicPr>
          <p:nvPr>
            <p:custDataLst>
              <p:tags r:id="rId1"/>
            </p:custDataLst>
          </p:nvPr>
        </p:nvPicPr>
        <p:blipFill>
          <a:blip r:embed="rId4"/>
          <a:stretch>
            <a:fillRect/>
          </a:stretch>
        </p:blipFill>
        <p:spPr>
          <a:xfrm>
            <a:off x="226695" y="196850"/>
            <a:ext cx="1271270" cy="127127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advTm="3000">
        <p14:ripple/>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670" y="1"/>
            <a:ext cx="12227670" cy="6858000"/>
          </a:xfrm>
          <a:prstGeom prst="rect">
            <a:avLst/>
          </a:prstGeom>
        </p:spPr>
      </p:pic>
      <p:grpSp>
        <p:nvGrpSpPr>
          <p:cNvPr id="3" name="组合 2"/>
          <p:cNvGrpSpPr/>
          <p:nvPr/>
        </p:nvGrpSpPr>
        <p:grpSpPr>
          <a:xfrm>
            <a:off x="2599435" y="1728716"/>
            <a:ext cx="8771717" cy="3676035"/>
            <a:chOff x="2791452" y="1200031"/>
            <a:chExt cx="6962775" cy="3676035"/>
          </a:xfrm>
        </p:grpSpPr>
        <p:sp>
          <p:nvSpPr>
            <p:cNvPr id="5" name="文本框 4"/>
            <p:cNvSpPr txBox="1"/>
            <p:nvPr/>
          </p:nvSpPr>
          <p:spPr>
            <a:xfrm>
              <a:off x="4191995" y="1200031"/>
              <a:ext cx="3883273" cy="2399665"/>
            </a:xfrm>
            <a:prstGeom prst="rect">
              <a:avLst/>
            </a:prstGeom>
            <a:noFill/>
          </p:spPr>
          <p:txBody>
            <a:bodyPr vert="horz" wrap="square" rtlCol="0">
              <a:spAutoFit/>
            </a:bodyPr>
            <a:lstStyle/>
            <a:p>
              <a:pPr algn="ctr"/>
              <a:r>
                <a:rPr lang="en-US" altLang="zh-CN" sz="15000" b="1" dirty="0">
                  <a:solidFill>
                    <a:schemeClr val="bg1"/>
                  </a:solidFill>
                  <a:latin typeface="微软雅黑" panose="020B0503020204020204" pitchFamily="34" charset="-122"/>
                  <a:ea typeface="微软雅黑" panose="020B0503020204020204" pitchFamily="34" charset="-122"/>
                </a:rPr>
                <a:t>02</a:t>
              </a:r>
              <a:endParaRPr lang="zh-CN" altLang="en-US" sz="15000" b="1" dirty="0">
                <a:solidFill>
                  <a:schemeClr val="bg1"/>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2791452" y="3429516"/>
              <a:ext cx="6962775" cy="1446550"/>
            </a:xfrm>
            <a:prstGeom prst="rect">
              <a:avLst/>
            </a:prstGeom>
            <a:noFill/>
          </p:spPr>
          <p:txBody>
            <a:bodyPr wrap="square" rtlCol="0">
              <a:spAutoFit/>
            </a:bodyPr>
            <a:lstStyle/>
            <a:p>
              <a:pPr algn="ctr"/>
              <a:r>
                <a:rPr lang="en-US" altLang="zh-CN" sz="4400" b="1" spc="600" dirty="0">
                  <a:solidFill>
                    <a:schemeClr val="bg1"/>
                  </a:solidFill>
                  <a:latin typeface="微软雅黑" panose="020B0503020204020204" pitchFamily="34" charset="-122"/>
                  <a:ea typeface="微软雅黑" panose="020B0503020204020204" pitchFamily="34" charset="-122"/>
                  <a:sym typeface="+mn-ea"/>
                </a:rPr>
                <a:t>Good Luck Ecosystem</a:t>
              </a:r>
              <a:endParaRPr lang="zh-CN" altLang="en-US" sz="4400" b="1" spc="600" dirty="0">
                <a:solidFill>
                  <a:schemeClr val="bg1"/>
                </a:solidFill>
                <a:latin typeface="微软雅黑" panose="020B0503020204020204" pitchFamily="34" charset="-122"/>
                <a:ea typeface="微软雅黑" panose="020B0503020204020204" pitchFamily="34" charset="-122"/>
                <a:sym typeface="+mn-ea"/>
              </a:endParaRPr>
            </a:p>
          </p:txBody>
        </p:sp>
      </p:grpSp>
      <p:pic>
        <p:nvPicPr>
          <p:cNvPr id="15" name="图片 14" descr="Good Luck logo-已转曲(1)"/>
          <p:cNvPicPr>
            <a:picLocks noChangeAspect="1"/>
          </p:cNvPicPr>
          <p:nvPr>
            <p:custDataLst>
              <p:tags r:id="rId1"/>
            </p:custDataLst>
          </p:nvPr>
        </p:nvPicPr>
        <p:blipFill>
          <a:blip r:embed="rId5"/>
          <a:stretch>
            <a:fillRect/>
          </a:stretch>
        </p:blipFill>
        <p:spPr>
          <a:xfrm>
            <a:off x="226695" y="196850"/>
            <a:ext cx="1271270" cy="127127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500" advTm="3000">
        <p:checker/>
      </p:transition>
    </mc:Choice>
    <mc:Fallback xmlns="">
      <p:transition spd="slow" advTm="3000">
        <p:checker/>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c8c17da8-b929-40c5-836e-69d8962e55b3"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1362197" y="2006037"/>
            <a:ext cx="9873152" cy="3504291"/>
            <a:chOff x="1487488" y="1935697"/>
            <a:chExt cx="9873152" cy="3504291"/>
          </a:xfrm>
        </p:grpSpPr>
        <p:grpSp>
          <p:nvGrpSpPr>
            <p:cNvPr id="4" name="îṡḻïḋê"/>
            <p:cNvGrpSpPr/>
            <p:nvPr/>
          </p:nvGrpSpPr>
          <p:grpSpPr>
            <a:xfrm>
              <a:off x="5928246" y="1935697"/>
              <a:ext cx="5115524" cy="523220"/>
              <a:chOff x="5461347" y="2547988"/>
              <a:chExt cx="5115524" cy="523220"/>
            </a:xfrm>
          </p:grpSpPr>
          <p:sp>
            <p:nvSpPr>
              <p:cNvPr id="31" name="iŝ1idè"/>
              <p:cNvSpPr txBox="1"/>
              <p:nvPr/>
            </p:nvSpPr>
            <p:spPr>
              <a:xfrm>
                <a:off x="5461347" y="2547988"/>
                <a:ext cx="5115524" cy="523220"/>
              </a:xfrm>
              <a:prstGeom prst="rect">
                <a:avLst/>
              </a:prstGeom>
              <a:noFill/>
            </p:spPr>
            <p:txBody>
              <a:bodyPr wrap="square" rtlCol="0">
                <a:spAutoFit/>
              </a:bodyPr>
              <a:lstStyle/>
              <a:p>
                <a:r>
                  <a:rPr lang="en-US" altLang="zh-CN" sz="2800" b="1" dirty="0">
                    <a:solidFill>
                      <a:schemeClr val="bg1"/>
                    </a:solidFill>
                    <a:latin typeface="方正大黑简体" panose="02010601030101010101" charset="-122"/>
                    <a:ea typeface="方正大黑简体" panose="02010601030101010101" charset="-122"/>
                  </a:rPr>
                  <a:t>Digital benefits application</a:t>
                </a:r>
                <a:endParaRPr lang="zh-CN" altLang="en-US" sz="2800" b="1" dirty="0">
                  <a:solidFill>
                    <a:schemeClr val="bg1"/>
                  </a:solidFill>
                  <a:latin typeface="方正大黑简体" panose="02010601030101010101" charset="-122"/>
                  <a:ea typeface="方正大黑简体" panose="02010601030101010101" charset="-122"/>
                </a:endParaRPr>
              </a:p>
            </p:txBody>
          </p:sp>
          <p:cxnSp>
            <p:nvCxnSpPr>
              <p:cNvPr id="33" name="直接连接符 32"/>
              <p:cNvCxnSpPr/>
              <p:nvPr/>
            </p:nvCxnSpPr>
            <p:spPr>
              <a:xfrm>
                <a:off x="5461347" y="2989206"/>
                <a:ext cx="2218536" cy="0"/>
              </a:xfrm>
              <a:prstGeom prst="line">
                <a:avLst/>
              </a:prstGeom>
              <a:ln>
                <a:solidFill>
                  <a:srgbClr val="FEC350"/>
                </a:solidFill>
              </a:ln>
            </p:spPr>
            <p:style>
              <a:lnRef idx="1">
                <a:schemeClr val="accent1"/>
              </a:lnRef>
              <a:fillRef idx="0">
                <a:schemeClr val="accent1"/>
              </a:fillRef>
              <a:effectRef idx="0">
                <a:schemeClr val="accent1"/>
              </a:effectRef>
              <a:fontRef idx="minor">
                <a:schemeClr val="tx1"/>
              </a:fontRef>
            </p:style>
          </p:cxnSp>
        </p:grpSp>
        <p:grpSp>
          <p:nvGrpSpPr>
            <p:cNvPr id="5" name="íšlïḑè"/>
            <p:cNvGrpSpPr/>
            <p:nvPr/>
          </p:nvGrpSpPr>
          <p:grpSpPr>
            <a:xfrm>
              <a:off x="8063109" y="3202304"/>
              <a:ext cx="3297531" cy="523220"/>
              <a:chOff x="4787898" y="2547988"/>
              <a:chExt cx="3297531" cy="523220"/>
            </a:xfrm>
          </p:grpSpPr>
          <p:sp>
            <p:nvSpPr>
              <p:cNvPr id="28" name="iṣļíḋê"/>
              <p:cNvSpPr txBox="1"/>
              <p:nvPr/>
            </p:nvSpPr>
            <p:spPr>
              <a:xfrm>
                <a:off x="4787898" y="2547988"/>
                <a:ext cx="3297531" cy="523220"/>
              </a:xfrm>
              <a:prstGeom prst="rect">
                <a:avLst/>
              </a:prstGeom>
              <a:noFill/>
            </p:spPr>
            <p:txBody>
              <a:bodyPr wrap="square" rtlCol="0">
                <a:spAutoFit/>
              </a:bodyPr>
              <a:lstStyle/>
              <a:p>
                <a:r>
                  <a:rPr lang="en-US" altLang="zh-CN" sz="2800" b="1" dirty="0">
                    <a:solidFill>
                      <a:schemeClr val="bg1"/>
                    </a:solidFill>
                    <a:latin typeface="方正大黑简体" panose="02010601030101010101" charset="-122"/>
                    <a:ea typeface="方正大黑简体" panose="02010601030101010101" charset="-122"/>
                  </a:rPr>
                  <a:t>Global exchange</a:t>
                </a:r>
                <a:endParaRPr lang="zh-CN" altLang="en-US" sz="2800" b="1" dirty="0">
                  <a:solidFill>
                    <a:schemeClr val="bg1"/>
                  </a:solidFill>
                  <a:latin typeface="方正大黑简体" panose="02010601030101010101" charset="-122"/>
                  <a:ea typeface="方正大黑简体" panose="02010601030101010101" charset="-122"/>
                </a:endParaRPr>
              </a:p>
            </p:txBody>
          </p:sp>
          <p:cxnSp>
            <p:nvCxnSpPr>
              <p:cNvPr id="30" name="直接连接符 29"/>
              <p:cNvCxnSpPr/>
              <p:nvPr/>
            </p:nvCxnSpPr>
            <p:spPr>
              <a:xfrm>
                <a:off x="5461347" y="2989206"/>
                <a:ext cx="2218536" cy="0"/>
              </a:xfrm>
              <a:prstGeom prst="line">
                <a:avLst/>
              </a:prstGeom>
              <a:ln>
                <a:solidFill>
                  <a:srgbClr val="FEC350"/>
                </a:solidFill>
              </a:ln>
            </p:spPr>
            <p:style>
              <a:lnRef idx="1">
                <a:schemeClr val="accent1"/>
              </a:lnRef>
              <a:fillRef idx="0">
                <a:schemeClr val="accent1"/>
              </a:fillRef>
              <a:effectRef idx="0">
                <a:schemeClr val="accent1"/>
              </a:effectRef>
              <a:fontRef idx="minor">
                <a:schemeClr val="tx1"/>
              </a:fontRef>
            </p:style>
          </p:cxnSp>
        </p:grpSp>
        <p:grpSp>
          <p:nvGrpSpPr>
            <p:cNvPr id="6" name="ïšḷïdè"/>
            <p:cNvGrpSpPr/>
            <p:nvPr/>
          </p:nvGrpSpPr>
          <p:grpSpPr>
            <a:xfrm>
              <a:off x="5928245" y="4274418"/>
              <a:ext cx="3911413" cy="523220"/>
              <a:chOff x="5461346" y="2479408"/>
              <a:chExt cx="3911413" cy="523220"/>
            </a:xfrm>
          </p:grpSpPr>
          <p:sp>
            <p:nvSpPr>
              <p:cNvPr id="25" name="iṥlîďé"/>
              <p:cNvSpPr txBox="1"/>
              <p:nvPr/>
            </p:nvSpPr>
            <p:spPr>
              <a:xfrm>
                <a:off x="5461346" y="2479408"/>
                <a:ext cx="3911413" cy="523220"/>
              </a:xfrm>
              <a:prstGeom prst="rect">
                <a:avLst/>
              </a:prstGeom>
              <a:noFill/>
            </p:spPr>
            <p:txBody>
              <a:bodyPr wrap="square" rtlCol="0">
                <a:spAutoFit/>
              </a:bodyPr>
              <a:lstStyle/>
              <a:p>
                <a:r>
                  <a:rPr lang="en-US" altLang="zh-CN" sz="2800" b="1" dirty="0">
                    <a:solidFill>
                      <a:schemeClr val="bg1"/>
                    </a:solidFill>
                    <a:latin typeface="方正大黑简体" panose="02010601030101010101" charset="-122"/>
                    <a:ea typeface="方正大黑简体" panose="02010601030101010101" charset="-122"/>
                  </a:rPr>
                  <a:t>Business mode</a:t>
                </a:r>
                <a:endParaRPr lang="zh-CN" altLang="en-US" sz="2800" b="1" dirty="0">
                  <a:solidFill>
                    <a:schemeClr val="bg1"/>
                  </a:solidFill>
                  <a:latin typeface="方正大黑简体" panose="02010601030101010101" charset="-122"/>
                  <a:ea typeface="方正大黑简体" panose="02010601030101010101" charset="-122"/>
                </a:endParaRPr>
              </a:p>
            </p:txBody>
          </p:sp>
          <p:cxnSp>
            <p:nvCxnSpPr>
              <p:cNvPr id="27" name="直接连接符 26"/>
              <p:cNvCxnSpPr/>
              <p:nvPr/>
            </p:nvCxnSpPr>
            <p:spPr>
              <a:xfrm>
                <a:off x="5461347" y="2989206"/>
                <a:ext cx="2218536" cy="0"/>
              </a:xfrm>
              <a:prstGeom prst="line">
                <a:avLst/>
              </a:prstGeom>
              <a:ln>
                <a:solidFill>
                  <a:srgbClr val="FEC350"/>
                </a:solidFill>
              </a:ln>
            </p:spPr>
            <p:style>
              <a:lnRef idx="1">
                <a:schemeClr val="accent1"/>
              </a:lnRef>
              <a:fillRef idx="0">
                <a:schemeClr val="accent1"/>
              </a:fillRef>
              <a:effectRef idx="0">
                <a:schemeClr val="accent1"/>
              </a:effectRef>
              <a:fontRef idx="minor">
                <a:schemeClr val="tx1"/>
              </a:fontRef>
            </p:style>
          </p:cxnSp>
        </p:grpSp>
        <p:sp>
          <p:nvSpPr>
            <p:cNvPr id="7" name="îš1íde"/>
            <p:cNvSpPr/>
            <p:nvPr/>
          </p:nvSpPr>
          <p:spPr>
            <a:xfrm>
              <a:off x="1487488" y="1988840"/>
              <a:ext cx="3451148" cy="3451148"/>
            </a:xfrm>
            <a:custGeom>
              <a:avLst/>
              <a:gdLst>
                <a:gd name="connsiteX0" fmla="*/ 0 w 2870199"/>
                <a:gd name="connsiteY0" fmla="*/ 1435100 h 2870199"/>
                <a:gd name="connsiteX1" fmla="*/ 1435100 w 2870199"/>
                <a:gd name="connsiteY1" fmla="*/ 0 h 2870199"/>
                <a:gd name="connsiteX2" fmla="*/ 2870200 w 2870199"/>
                <a:gd name="connsiteY2" fmla="*/ 1435100 h 2870199"/>
                <a:gd name="connsiteX3" fmla="*/ 1435100 w 2870199"/>
                <a:gd name="connsiteY3" fmla="*/ 2870200 h 2870199"/>
                <a:gd name="connsiteX4" fmla="*/ 0 w 2870199"/>
                <a:gd name="connsiteY4" fmla="*/ 1435100 h 28701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70199" h="2870199">
                  <a:moveTo>
                    <a:pt x="0" y="1435100"/>
                  </a:moveTo>
                  <a:cubicBezTo>
                    <a:pt x="0" y="642516"/>
                    <a:pt x="642516" y="0"/>
                    <a:pt x="1435100" y="0"/>
                  </a:cubicBezTo>
                  <a:cubicBezTo>
                    <a:pt x="2227684" y="0"/>
                    <a:pt x="2870200" y="642516"/>
                    <a:pt x="2870200" y="1435100"/>
                  </a:cubicBezTo>
                  <a:cubicBezTo>
                    <a:pt x="2870200" y="2227684"/>
                    <a:pt x="2227684" y="2870200"/>
                    <a:pt x="1435100" y="2870200"/>
                  </a:cubicBezTo>
                  <a:cubicBezTo>
                    <a:pt x="642516" y="2870200"/>
                    <a:pt x="0" y="2227684"/>
                    <a:pt x="0" y="1435100"/>
                  </a:cubicBezTo>
                  <a:close/>
                </a:path>
              </a:pathLst>
            </a:custGeom>
            <a:solidFill>
              <a:schemeClr val="accent3"/>
            </a:solidFill>
            <a:ln w="38100">
              <a:solidFill>
                <a:srgbClr val="E40524"/>
              </a:solid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473288" tIns="286172" rIns="1473288" bIns="3156373" numCol="1" spcCol="1270" anchor="ctr" anchorCtr="0">
              <a:noAutofit/>
            </a:bodyPr>
            <a:lstStyle/>
            <a:p>
              <a:pPr algn="ctr" defTabSz="592455">
                <a:lnSpc>
                  <a:spcPct val="90000"/>
                </a:lnSpc>
                <a:spcBef>
                  <a:spcPct val="0"/>
                </a:spcBef>
                <a:spcAft>
                  <a:spcPct val="35000"/>
                </a:spcAft>
              </a:pPr>
              <a:endParaRPr lang="en-US" sz="2800" b="1" dirty="0">
                <a:solidFill>
                  <a:schemeClr val="bg1"/>
                </a:solidFill>
                <a:latin typeface="+mn-ea"/>
              </a:endParaRPr>
            </a:p>
          </p:txBody>
        </p:sp>
        <p:sp>
          <p:nvSpPr>
            <p:cNvPr id="8" name="îṧ1íḋé"/>
            <p:cNvSpPr/>
            <p:nvPr/>
          </p:nvSpPr>
          <p:spPr>
            <a:xfrm>
              <a:off x="1958099" y="2930061"/>
              <a:ext cx="2509927" cy="2509927"/>
            </a:xfrm>
            <a:custGeom>
              <a:avLst/>
              <a:gdLst>
                <a:gd name="connsiteX0" fmla="*/ 0 w 2296160"/>
                <a:gd name="connsiteY0" fmla="*/ 1148080 h 2296160"/>
                <a:gd name="connsiteX1" fmla="*/ 1148080 w 2296160"/>
                <a:gd name="connsiteY1" fmla="*/ 0 h 2296160"/>
                <a:gd name="connsiteX2" fmla="*/ 2296160 w 2296160"/>
                <a:gd name="connsiteY2" fmla="*/ 1148080 h 2296160"/>
                <a:gd name="connsiteX3" fmla="*/ 1148080 w 2296160"/>
                <a:gd name="connsiteY3" fmla="*/ 2296160 h 2296160"/>
                <a:gd name="connsiteX4" fmla="*/ 0 w 2296160"/>
                <a:gd name="connsiteY4" fmla="*/ 1148080 h 2296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96160" h="2296160">
                  <a:moveTo>
                    <a:pt x="0" y="1148080"/>
                  </a:moveTo>
                  <a:cubicBezTo>
                    <a:pt x="0" y="514013"/>
                    <a:pt x="514013" y="0"/>
                    <a:pt x="1148080" y="0"/>
                  </a:cubicBezTo>
                  <a:cubicBezTo>
                    <a:pt x="1782147" y="0"/>
                    <a:pt x="2296160" y="514013"/>
                    <a:pt x="2296160" y="1148080"/>
                  </a:cubicBezTo>
                  <a:cubicBezTo>
                    <a:pt x="2296160" y="1782147"/>
                    <a:pt x="1782147" y="2296160"/>
                    <a:pt x="1148080" y="2296160"/>
                  </a:cubicBezTo>
                  <a:cubicBezTo>
                    <a:pt x="514013" y="2296160"/>
                    <a:pt x="0" y="1782147"/>
                    <a:pt x="0" y="1148080"/>
                  </a:cubicBezTo>
                  <a:close/>
                </a:path>
              </a:pathLst>
            </a:custGeom>
            <a:solidFill>
              <a:schemeClr val="accent2"/>
            </a:solidFill>
            <a:ln w="38100">
              <a:solidFill>
                <a:srgbClr val="E40524"/>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1090595" tIns="278520" rIns="1090596" bIns="2421603" numCol="1" spcCol="1270" anchor="ctr" anchorCtr="0">
              <a:noAutofit/>
            </a:bodyPr>
            <a:lstStyle/>
            <a:p>
              <a:pPr algn="ctr" defTabSz="592455">
                <a:lnSpc>
                  <a:spcPct val="90000"/>
                </a:lnSpc>
                <a:spcBef>
                  <a:spcPct val="0"/>
                </a:spcBef>
                <a:spcAft>
                  <a:spcPct val="35000"/>
                </a:spcAft>
              </a:pPr>
              <a:endParaRPr lang="en-US" sz="2800" b="1">
                <a:solidFill>
                  <a:schemeClr val="bg1"/>
                </a:solidFill>
                <a:latin typeface="+mn-ea"/>
              </a:endParaRPr>
            </a:p>
          </p:txBody>
        </p:sp>
        <p:sp>
          <p:nvSpPr>
            <p:cNvPr id="9" name="îṩ1îḍè"/>
            <p:cNvSpPr/>
            <p:nvPr/>
          </p:nvSpPr>
          <p:spPr>
            <a:xfrm>
              <a:off x="2435193" y="3884247"/>
              <a:ext cx="1555741" cy="1555741"/>
            </a:xfrm>
            <a:custGeom>
              <a:avLst/>
              <a:gdLst>
                <a:gd name="connsiteX0" fmla="*/ 0 w 1722120"/>
                <a:gd name="connsiteY0" fmla="*/ 861060 h 1722120"/>
                <a:gd name="connsiteX1" fmla="*/ 861060 w 1722120"/>
                <a:gd name="connsiteY1" fmla="*/ 0 h 1722120"/>
                <a:gd name="connsiteX2" fmla="*/ 1722120 w 1722120"/>
                <a:gd name="connsiteY2" fmla="*/ 861060 h 1722120"/>
                <a:gd name="connsiteX3" fmla="*/ 861060 w 1722120"/>
                <a:gd name="connsiteY3" fmla="*/ 1722120 h 1722120"/>
                <a:gd name="connsiteX4" fmla="*/ 0 w 1722120"/>
                <a:gd name="connsiteY4" fmla="*/ 861060 h 1722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2120" h="1722120">
                  <a:moveTo>
                    <a:pt x="0" y="861060"/>
                  </a:moveTo>
                  <a:cubicBezTo>
                    <a:pt x="0" y="385510"/>
                    <a:pt x="385510" y="0"/>
                    <a:pt x="861060" y="0"/>
                  </a:cubicBezTo>
                  <a:cubicBezTo>
                    <a:pt x="1336610" y="0"/>
                    <a:pt x="1722120" y="385510"/>
                    <a:pt x="1722120" y="861060"/>
                  </a:cubicBezTo>
                  <a:cubicBezTo>
                    <a:pt x="1722120" y="1336610"/>
                    <a:pt x="1336610" y="1722120"/>
                    <a:pt x="861060" y="1722120"/>
                  </a:cubicBezTo>
                  <a:cubicBezTo>
                    <a:pt x="385510" y="1722120"/>
                    <a:pt x="0" y="1336610"/>
                    <a:pt x="0" y="861060"/>
                  </a:cubicBezTo>
                  <a:close/>
                </a:path>
              </a:pathLst>
            </a:custGeom>
            <a:solidFill>
              <a:schemeClr val="accent1"/>
            </a:solidFill>
            <a:ln w="38100">
              <a:solidFill>
                <a:srgbClr val="E40524"/>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707901" tIns="267039" rIns="707903" bIns="1702139" numCol="1" spcCol="1270" anchor="ctr" anchorCtr="0">
              <a:noAutofit/>
            </a:bodyPr>
            <a:lstStyle/>
            <a:p>
              <a:pPr algn="ctr" defTabSz="592455">
                <a:lnSpc>
                  <a:spcPct val="90000"/>
                </a:lnSpc>
                <a:spcBef>
                  <a:spcPct val="0"/>
                </a:spcBef>
                <a:spcAft>
                  <a:spcPct val="35000"/>
                </a:spcAft>
              </a:pPr>
              <a:endParaRPr lang="en-US" sz="2800" b="1" dirty="0">
                <a:solidFill>
                  <a:schemeClr val="bg1"/>
                </a:solidFill>
                <a:latin typeface="+mn-ea"/>
              </a:endParaRPr>
            </a:p>
          </p:txBody>
        </p:sp>
        <p:cxnSp>
          <p:nvCxnSpPr>
            <p:cNvPr id="10" name="直接连接符 9"/>
            <p:cNvCxnSpPr/>
            <p:nvPr/>
          </p:nvCxnSpPr>
          <p:spPr>
            <a:xfrm>
              <a:off x="3239182" y="2368347"/>
              <a:ext cx="2151330" cy="0"/>
            </a:xfrm>
            <a:prstGeom prst="line">
              <a:avLst/>
            </a:prstGeom>
            <a:ln>
              <a:solidFill>
                <a:srgbClr val="FEC350"/>
              </a:solidFill>
            </a:ln>
          </p:spPr>
          <p:style>
            <a:lnRef idx="1">
              <a:schemeClr val="accent1"/>
            </a:lnRef>
            <a:fillRef idx="0">
              <a:schemeClr val="accent1"/>
            </a:fillRef>
            <a:effectRef idx="0">
              <a:schemeClr val="accent1"/>
            </a:effectRef>
            <a:fontRef idx="minor">
              <a:schemeClr val="tx1"/>
            </a:fontRef>
          </p:style>
        </p:cxnSp>
        <p:sp>
          <p:nvSpPr>
            <p:cNvPr id="11" name="iṥḷiḋé"/>
            <p:cNvSpPr/>
            <p:nvPr/>
          </p:nvSpPr>
          <p:spPr>
            <a:xfrm>
              <a:off x="3158648" y="2313934"/>
              <a:ext cx="108829" cy="10882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b="1">
                <a:solidFill>
                  <a:schemeClr val="bg1"/>
                </a:solidFill>
                <a:latin typeface="+mn-ea"/>
              </a:endParaRPr>
            </a:p>
          </p:txBody>
        </p:sp>
        <p:cxnSp>
          <p:nvCxnSpPr>
            <p:cNvPr id="12" name="直接连接符 11"/>
            <p:cNvCxnSpPr>
              <a:endCxn id="17" idx="2"/>
            </p:cNvCxnSpPr>
            <p:nvPr/>
          </p:nvCxnSpPr>
          <p:spPr>
            <a:xfrm>
              <a:off x="2627651" y="3646066"/>
              <a:ext cx="4696491" cy="1"/>
            </a:xfrm>
            <a:prstGeom prst="line">
              <a:avLst/>
            </a:prstGeom>
            <a:ln>
              <a:solidFill>
                <a:srgbClr val="FEC350"/>
              </a:solidFill>
            </a:ln>
          </p:spPr>
          <p:style>
            <a:lnRef idx="1">
              <a:schemeClr val="accent1"/>
            </a:lnRef>
            <a:fillRef idx="0">
              <a:schemeClr val="accent1"/>
            </a:fillRef>
            <a:effectRef idx="0">
              <a:schemeClr val="accent1"/>
            </a:effectRef>
            <a:fontRef idx="minor">
              <a:schemeClr val="tx1"/>
            </a:fontRef>
          </p:style>
        </p:cxnSp>
        <p:sp>
          <p:nvSpPr>
            <p:cNvPr id="13" name="işlídê"/>
            <p:cNvSpPr/>
            <p:nvPr/>
          </p:nvSpPr>
          <p:spPr>
            <a:xfrm>
              <a:off x="3158648" y="3582116"/>
              <a:ext cx="108829" cy="10882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b="1">
                <a:solidFill>
                  <a:schemeClr val="bg1"/>
                </a:solidFill>
                <a:latin typeface="+mn-ea"/>
              </a:endParaRPr>
            </a:p>
          </p:txBody>
        </p:sp>
        <p:cxnSp>
          <p:nvCxnSpPr>
            <p:cNvPr id="14" name="直接连接符 13"/>
            <p:cNvCxnSpPr/>
            <p:nvPr/>
          </p:nvCxnSpPr>
          <p:spPr>
            <a:xfrm>
              <a:off x="3239182" y="4791313"/>
              <a:ext cx="2151330" cy="0"/>
            </a:xfrm>
            <a:prstGeom prst="line">
              <a:avLst/>
            </a:prstGeom>
            <a:ln>
              <a:solidFill>
                <a:srgbClr val="FEC350"/>
              </a:solidFill>
            </a:ln>
          </p:spPr>
          <p:style>
            <a:lnRef idx="1">
              <a:schemeClr val="accent1"/>
            </a:lnRef>
            <a:fillRef idx="0">
              <a:schemeClr val="accent1"/>
            </a:fillRef>
            <a:effectRef idx="0">
              <a:schemeClr val="accent1"/>
            </a:effectRef>
            <a:fontRef idx="minor">
              <a:schemeClr val="tx1"/>
            </a:fontRef>
          </p:style>
        </p:cxnSp>
        <p:sp>
          <p:nvSpPr>
            <p:cNvPr id="15" name="iŝļïḓè"/>
            <p:cNvSpPr/>
            <p:nvPr/>
          </p:nvSpPr>
          <p:spPr>
            <a:xfrm>
              <a:off x="3158648" y="4736900"/>
              <a:ext cx="108829" cy="10882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b="1">
                <a:solidFill>
                  <a:schemeClr val="bg1"/>
                </a:solidFill>
                <a:latin typeface="+mn-ea"/>
              </a:endParaRPr>
            </a:p>
          </p:txBody>
        </p:sp>
        <p:sp>
          <p:nvSpPr>
            <p:cNvPr id="16" name="ïsḻide"/>
            <p:cNvSpPr/>
            <p:nvPr/>
          </p:nvSpPr>
          <p:spPr>
            <a:xfrm>
              <a:off x="5168334" y="2065636"/>
              <a:ext cx="605424" cy="605424"/>
            </a:xfrm>
            <a:prstGeom prst="ellipse">
              <a:avLst/>
            </a:prstGeom>
            <a:solidFill>
              <a:schemeClr val="accent3"/>
            </a:solidFill>
            <a:ln>
              <a:solidFill>
                <a:srgbClr val="E405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b="1">
                <a:solidFill>
                  <a:schemeClr val="bg1"/>
                </a:solidFill>
                <a:latin typeface="+mn-ea"/>
              </a:endParaRPr>
            </a:p>
          </p:txBody>
        </p:sp>
        <p:sp>
          <p:nvSpPr>
            <p:cNvPr id="17" name="ïṥľîdè"/>
            <p:cNvSpPr/>
            <p:nvPr/>
          </p:nvSpPr>
          <p:spPr>
            <a:xfrm>
              <a:off x="7324142" y="3343355"/>
              <a:ext cx="605424" cy="605424"/>
            </a:xfrm>
            <a:prstGeom prst="ellipse">
              <a:avLst/>
            </a:prstGeom>
            <a:solidFill>
              <a:schemeClr val="accent2"/>
            </a:solidFill>
            <a:ln>
              <a:solidFill>
                <a:srgbClr val="E405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b="1">
                <a:solidFill>
                  <a:schemeClr val="bg1"/>
                </a:solidFill>
                <a:latin typeface="+mn-ea"/>
              </a:endParaRPr>
            </a:p>
          </p:txBody>
        </p:sp>
        <p:sp>
          <p:nvSpPr>
            <p:cNvPr id="18" name="îṩlîḋè"/>
            <p:cNvSpPr/>
            <p:nvPr/>
          </p:nvSpPr>
          <p:spPr>
            <a:xfrm>
              <a:off x="5168334" y="4488602"/>
              <a:ext cx="605424" cy="605424"/>
            </a:xfrm>
            <a:prstGeom prst="ellipse">
              <a:avLst/>
            </a:prstGeom>
            <a:solidFill>
              <a:schemeClr val="accent1"/>
            </a:solidFill>
            <a:ln>
              <a:solidFill>
                <a:srgbClr val="E405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b="1">
                <a:solidFill>
                  <a:schemeClr val="bg1"/>
                </a:solidFill>
                <a:latin typeface="+mn-ea"/>
              </a:endParaRPr>
            </a:p>
          </p:txBody>
        </p:sp>
        <p:sp>
          <p:nvSpPr>
            <p:cNvPr id="20" name="ï$ḷiḋè"/>
            <p:cNvSpPr txBox="1"/>
            <p:nvPr/>
          </p:nvSpPr>
          <p:spPr>
            <a:xfrm>
              <a:off x="2206446" y="3275414"/>
              <a:ext cx="2151330" cy="523220"/>
            </a:xfrm>
            <a:prstGeom prst="rect">
              <a:avLst/>
            </a:prstGeom>
            <a:noFill/>
          </p:spPr>
          <p:txBody>
            <a:bodyPr wrap="square" rtlCol="0">
              <a:spAutoFit/>
            </a:bodyPr>
            <a:lstStyle/>
            <a:p>
              <a:pPr algn="ctr"/>
              <a:r>
                <a:rPr lang="en-US" altLang="zh-CN" sz="2800" dirty="0">
                  <a:solidFill>
                    <a:schemeClr val="bg1"/>
                  </a:solidFill>
                  <a:latin typeface="微软雅黑" panose="020B0503020204020204" pitchFamily="34" charset="-122"/>
                  <a:ea typeface="微软雅黑" panose="020B0503020204020204" pitchFamily="34" charset="-122"/>
                  <a:cs typeface="+mn-ea"/>
                  <a:sym typeface="+mn-lt"/>
                </a:rPr>
                <a:t>Ecosystem</a:t>
              </a:r>
              <a:endParaRPr lang="zh-CN" altLang="en-US" sz="2800" b="1" dirty="0">
                <a:solidFill>
                  <a:schemeClr val="bg1"/>
                </a:solidFill>
                <a:latin typeface="方正大黑简体" panose="02010601030101010101" charset="-122"/>
                <a:ea typeface="方正大黑简体" panose="02010601030101010101" charset="-122"/>
              </a:endParaRPr>
            </a:p>
          </p:txBody>
        </p:sp>
        <p:sp>
          <p:nvSpPr>
            <p:cNvPr id="22" name="îşľídé"/>
            <p:cNvSpPr/>
            <p:nvPr/>
          </p:nvSpPr>
          <p:spPr>
            <a:xfrm>
              <a:off x="5301878" y="2210521"/>
              <a:ext cx="338336" cy="332788"/>
            </a:xfrm>
            <a:custGeom>
              <a:avLst/>
              <a:gdLst>
                <a:gd name="connsiteX0" fmla="*/ 516225 w 608155"/>
                <a:gd name="connsiteY0" fmla="*/ 551328 h 598183"/>
                <a:gd name="connsiteX1" fmla="*/ 532763 w 608155"/>
                <a:gd name="connsiteY1" fmla="*/ 558041 h 598183"/>
                <a:gd name="connsiteX2" fmla="*/ 539755 w 608155"/>
                <a:gd name="connsiteY2" fmla="*/ 574689 h 598183"/>
                <a:gd name="connsiteX3" fmla="*/ 516225 w 608155"/>
                <a:gd name="connsiteY3" fmla="*/ 598183 h 598183"/>
                <a:gd name="connsiteX4" fmla="*/ 492829 w 608155"/>
                <a:gd name="connsiteY4" fmla="*/ 574689 h 598183"/>
                <a:gd name="connsiteX5" fmla="*/ 499821 w 608155"/>
                <a:gd name="connsiteY5" fmla="*/ 558041 h 598183"/>
                <a:gd name="connsiteX6" fmla="*/ 516225 w 608155"/>
                <a:gd name="connsiteY6" fmla="*/ 551328 h 598183"/>
                <a:gd name="connsiteX7" fmla="*/ 370931 w 608155"/>
                <a:gd name="connsiteY7" fmla="*/ 551328 h 598183"/>
                <a:gd name="connsiteX8" fmla="*/ 387469 w 608155"/>
                <a:gd name="connsiteY8" fmla="*/ 558041 h 598183"/>
                <a:gd name="connsiteX9" fmla="*/ 394461 w 608155"/>
                <a:gd name="connsiteY9" fmla="*/ 574689 h 598183"/>
                <a:gd name="connsiteX10" fmla="*/ 370931 w 608155"/>
                <a:gd name="connsiteY10" fmla="*/ 598183 h 598183"/>
                <a:gd name="connsiteX11" fmla="*/ 347535 w 608155"/>
                <a:gd name="connsiteY11" fmla="*/ 574689 h 598183"/>
                <a:gd name="connsiteX12" fmla="*/ 354527 w 608155"/>
                <a:gd name="connsiteY12" fmla="*/ 558041 h 598183"/>
                <a:gd name="connsiteX13" fmla="*/ 370931 w 608155"/>
                <a:gd name="connsiteY13" fmla="*/ 551328 h 598183"/>
                <a:gd name="connsiteX14" fmla="*/ 333679 w 608155"/>
                <a:gd name="connsiteY14" fmla="*/ 410881 h 598183"/>
                <a:gd name="connsiteX15" fmla="*/ 340938 w 608155"/>
                <a:gd name="connsiteY15" fmla="*/ 432900 h 598183"/>
                <a:gd name="connsiteX16" fmla="*/ 341611 w 608155"/>
                <a:gd name="connsiteY16" fmla="*/ 433169 h 598183"/>
                <a:gd name="connsiteX17" fmla="*/ 346316 w 608155"/>
                <a:gd name="connsiteY17" fmla="*/ 433169 h 598183"/>
                <a:gd name="connsiteX18" fmla="*/ 383553 w 608155"/>
                <a:gd name="connsiteY18" fmla="*/ 433169 h 598183"/>
                <a:gd name="connsiteX19" fmla="*/ 430604 w 608155"/>
                <a:gd name="connsiteY19" fmla="*/ 433034 h 598183"/>
                <a:gd name="connsiteX20" fmla="*/ 475369 w 608155"/>
                <a:gd name="connsiteY20" fmla="*/ 433034 h 598183"/>
                <a:gd name="connsiteX21" fmla="*/ 556565 w 608155"/>
                <a:gd name="connsiteY21" fmla="*/ 433034 h 598183"/>
                <a:gd name="connsiteX22" fmla="*/ 561405 w 608155"/>
                <a:gd name="connsiteY22" fmla="*/ 410881 h 598183"/>
                <a:gd name="connsiteX23" fmla="*/ 491366 w 608155"/>
                <a:gd name="connsiteY23" fmla="*/ 410881 h 598183"/>
                <a:gd name="connsiteX24" fmla="*/ 450499 w 608155"/>
                <a:gd name="connsiteY24" fmla="*/ 410881 h 598183"/>
                <a:gd name="connsiteX25" fmla="*/ 392694 w 608155"/>
                <a:gd name="connsiteY25" fmla="*/ 410881 h 598183"/>
                <a:gd name="connsiteX26" fmla="*/ 356936 w 608155"/>
                <a:gd name="connsiteY26" fmla="*/ 410881 h 598183"/>
                <a:gd name="connsiteX27" fmla="*/ 161452 w 608155"/>
                <a:gd name="connsiteY27" fmla="*/ 362303 h 598183"/>
                <a:gd name="connsiteX28" fmla="*/ 250446 w 608155"/>
                <a:gd name="connsiteY28" fmla="*/ 494122 h 598183"/>
                <a:gd name="connsiteX29" fmla="*/ 250446 w 608155"/>
                <a:gd name="connsiteY29" fmla="*/ 362303 h 598183"/>
                <a:gd name="connsiteX30" fmla="*/ 53907 w 608155"/>
                <a:gd name="connsiteY30" fmla="*/ 362303 h 598183"/>
                <a:gd name="connsiteX31" fmla="*/ 181348 w 608155"/>
                <a:gd name="connsiteY31" fmla="*/ 483652 h 598183"/>
                <a:gd name="connsiteX32" fmla="*/ 127172 w 608155"/>
                <a:gd name="connsiteY32" fmla="*/ 362303 h 598183"/>
                <a:gd name="connsiteX33" fmla="*/ 315531 w 608155"/>
                <a:gd name="connsiteY33" fmla="*/ 355698 h 598183"/>
                <a:gd name="connsiteX34" fmla="*/ 317682 w 608155"/>
                <a:gd name="connsiteY34" fmla="*/ 362277 h 598183"/>
                <a:gd name="connsiteX35" fmla="*/ 322790 w 608155"/>
                <a:gd name="connsiteY35" fmla="*/ 377852 h 598183"/>
                <a:gd name="connsiteX36" fmla="*/ 368362 w 608155"/>
                <a:gd name="connsiteY36" fmla="*/ 377852 h 598183"/>
                <a:gd name="connsiteX37" fmla="*/ 402911 w 608155"/>
                <a:gd name="connsiteY37" fmla="*/ 377852 h 598183"/>
                <a:gd name="connsiteX38" fmla="*/ 472546 w 608155"/>
                <a:gd name="connsiteY38" fmla="*/ 377852 h 598183"/>
                <a:gd name="connsiteX39" fmla="*/ 509514 w 608155"/>
                <a:gd name="connsiteY39" fmla="*/ 377852 h 598183"/>
                <a:gd name="connsiteX40" fmla="*/ 568530 w 608155"/>
                <a:gd name="connsiteY40" fmla="*/ 377852 h 598183"/>
                <a:gd name="connsiteX41" fmla="*/ 573369 w 608155"/>
                <a:gd name="connsiteY41" fmla="*/ 355698 h 598183"/>
                <a:gd name="connsiteX42" fmla="*/ 518521 w 608155"/>
                <a:gd name="connsiteY42" fmla="*/ 355698 h 598183"/>
                <a:gd name="connsiteX43" fmla="*/ 513279 w 608155"/>
                <a:gd name="connsiteY43" fmla="*/ 355698 h 598183"/>
                <a:gd name="connsiteX44" fmla="*/ 483032 w 608155"/>
                <a:gd name="connsiteY44" fmla="*/ 355698 h 598183"/>
                <a:gd name="connsiteX45" fmla="*/ 408019 w 608155"/>
                <a:gd name="connsiteY45" fmla="*/ 355698 h 598183"/>
                <a:gd name="connsiteX46" fmla="*/ 374008 w 608155"/>
                <a:gd name="connsiteY46" fmla="*/ 355698 h 598183"/>
                <a:gd name="connsiteX47" fmla="*/ 205298 w 608155"/>
                <a:gd name="connsiteY47" fmla="*/ 286284 h 598183"/>
                <a:gd name="connsiteX48" fmla="*/ 250467 w 608155"/>
                <a:gd name="connsiteY48" fmla="*/ 286284 h 598183"/>
                <a:gd name="connsiteX49" fmla="*/ 280982 w 608155"/>
                <a:gd name="connsiteY49" fmla="*/ 286284 h 598183"/>
                <a:gd name="connsiteX50" fmla="*/ 283537 w 608155"/>
                <a:gd name="connsiteY50" fmla="*/ 286687 h 598183"/>
                <a:gd name="connsiteX51" fmla="*/ 296711 w 608155"/>
                <a:gd name="connsiteY51" fmla="*/ 297830 h 598183"/>
                <a:gd name="connsiteX52" fmla="*/ 304508 w 608155"/>
                <a:gd name="connsiteY52" fmla="*/ 322804 h 598183"/>
                <a:gd name="connsiteX53" fmla="*/ 304777 w 608155"/>
                <a:gd name="connsiteY53" fmla="*/ 322669 h 598183"/>
                <a:gd name="connsiteX54" fmla="*/ 379654 w 608155"/>
                <a:gd name="connsiteY54" fmla="*/ 322669 h 598183"/>
                <a:gd name="connsiteX55" fmla="*/ 413262 w 608155"/>
                <a:gd name="connsiteY55" fmla="*/ 322669 h 598183"/>
                <a:gd name="connsiteX56" fmla="*/ 493652 w 608155"/>
                <a:gd name="connsiteY56" fmla="*/ 322669 h 598183"/>
                <a:gd name="connsiteX57" fmla="*/ 527932 w 608155"/>
                <a:gd name="connsiteY57" fmla="*/ 322669 h 598183"/>
                <a:gd name="connsiteX58" fmla="*/ 581838 w 608155"/>
                <a:gd name="connsiteY58" fmla="*/ 322669 h 598183"/>
                <a:gd name="connsiteX59" fmla="*/ 602541 w 608155"/>
                <a:gd name="connsiteY59" fmla="*/ 332336 h 598183"/>
                <a:gd name="connsiteX60" fmla="*/ 607514 w 608155"/>
                <a:gd name="connsiteY60" fmla="*/ 354624 h 598183"/>
                <a:gd name="connsiteX61" fmla="*/ 588425 w 608155"/>
                <a:gd name="connsiteY61" fmla="*/ 441359 h 598183"/>
                <a:gd name="connsiteX62" fmla="*/ 557641 w 608155"/>
                <a:gd name="connsiteY62" fmla="*/ 466063 h 598183"/>
                <a:gd name="connsiteX63" fmla="*/ 443912 w 608155"/>
                <a:gd name="connsiteY63" fmla="*/ 466063 h 598183"/>
                <a:gd name="connsiteX64" fmla="*/ 387855 w 608155"/>
                <a:gd name="connsiteY64" fmla="*/ 466063 h 598183"/>
                <a:gd name="connsiteX65" fmla="*/ 365539 w 608155"/>
                <a:gd name="connsiteY65" fmla="*/ 466063 h 598183"/>
                <a:gd name="connsiteX66" fmla="*/ 349542 w 608155"/>
                <a:gd name="connsiteY66" fmla="*/ 466063 h 598183"/>
                <a:gd name="connsiteX67" fmla="*/ 354382 w 608155"/>
                <a:gd name="connsiteY67" fmla="*/ 481369 h 598183"/>
                <a:gd name="connsiteX68" fmla="*/ 354785 w 608155"/>
                <a:gd name="connsiteY68" fmla="*/ 482846 h 598183"/>
                <a:gd name="connsiteX69" fmla="*/ 361103 w 608155"/>
                <a:gd name="connsiteY69" fmla="*/ 502986 h 598183"/>
                <a:gd name="connsiteX70" fmla="*/ 390140 w 608155"/>
                <a:gd name="connsiteY70" fmla="*/ 502986 h 598183"/>
                <a:gd name="connsiteX71" fmla="*/ 550381 w 608155"/>
                <a:gd name="connsiteY71" fmla="*/ 502986 h 598183"/>
                <a:gd name="connsiteX72" fmla="*/ 566916 w 608155"/>
                <a:gd name="connsiteY72" fmla="*/ 519500 h 598183"/>
                <a:gd name="connsiteX73" fmla="*/ 550381 w 608155"/>
                <a:gd name="connsiteY73" fmla="*/ 536015 h 598183"/>
                <a:gd name="connsiteX74" fmla="*/ 539896 w 608155"/>
                <a:gd name="connsiteY74" fmla="*/ 536015 h 598183"/>
                <a:gd name="connsiteX75" fmla="*/ 516236 w 608155"/>
                <a:gd name="connsiteY75" fmla="*/ 529302 h 598183"/>
                <a:gd name="connsiteX76" fmla="*/ 492711 w 608155"/>
                <a:gd name="connsiteY76" fmla="*/ 536015 h 598183"/>
                <a:gd name="connsiteX77" fmla="*/ 394576 w 608155"/>
                <a:gd name="connsiteY77" fmla="*/ 536015 h 598183"/>
                <a:gd name="connsiteX78" fmla="*/ 371051 w 608155"/>
                <a:gd name="connsiteY78" fmla="*/ 529302 h 598183"/>
                <a:gd name="connsiteX79" fmla="*/ 347794 w 608155"/>
                <a:gd name="connsiteY79" fmla="*/ 535880 h 598183"/>
                <a:gd name="connsiteX80" fmla="*/ 333410 w 608155"/>
                <a:gd name="connsiteY80" fmla="*/ 524737 h 598183"/>
                <a:gd name="connsiteX81" fmla="*/ 333276 w 608155"/>
                <a:gd name="connsiteY81" fmla="*/ 524468 h 598183"/>
                <a:gd name="connsiteX82" fmla="*/ 328033 w 608155"/>
                <a:gd name="connsiteY82" fmla="*/ 507685 h 598183"/>
                <a:gd name="connsiteX83" fmla="*/ 323328 w 608155"/>
                <a:gd name="connsiteY83" fmla="*/ 492916 h 598183"/>
                <a:gd name="connsiteX84" fmla="*/ 317144 w 608155"/>
                <a:gd name="connsiteY84" fmla="*/ 473179 h 598183"/>
                <a:gd name="connsiteX85" fmla="*/ 283537 w 608155"/>
                <a:gd name="connsiteY85" fmla="*/ 366171 h 598183"/>
                <a:gd name="connsiteX86" fmla="*/ 282327 w 608155"/>
                <a:gd name="connsiteY86" fmla="*/ 362277 h 598183"/>
                <a:gd name="connsiteX87" fmla="*/ 271841 w 608155"/>
                <a:gd name="connsiteY87" fmla="*/ 329248 h 598183"/>
                <a:gd name="connsiteX88" fmla="*/ 268749 w 608155"/>
                <a:gd name="connsiteY88" fmla="*/ 319313 h 598183"/>
                <a:gd name="connsiteX89" fmla="*/ 250467 w 608155"/>
                <a:gd name="connsiteY89" fmla="*/ 319313 h 598183"/>
                <a:gd name="connsiteX90" fmla="*/ 205298 w 608155"/>
                <a:gd name="connsiteY90" fmla="*/ 319313 h 598183"/>
                <a:gd name="connsiteX91" fmla="*/ 188763 w 608155"/>
                <a:gd name="connsiteY91" fmla="*/ 302798 h 598183"/>
                <a:gd name="connsiteX92" fmla="*/ 205298 w 608155"/>
                <a:gd name="connsiteY92" fmla="*/ 286284 h 598183"/>
                <a:gd name="connsiteX93" fmla="*/ 41943 w 608155"/>
                <a:gd name="connsiteY93" fmla="*/ 203770 h 598183"/>
                <a:gd name="connsiteX94" fmla="*/ 33070 w 608155"/>
                <a:gd name="connsiteY94" fmla="*/ 266592 h 598183"/>
                <a:gd name="connsiteX95" fmla="*/ 41943 w 608155"/>
                <a:gd name="connsiteY95" fmla="*/ 329281 h 598183"/>
                <a:gd name="connsiteX96" fmla="*/ 121526 w 608155"/>
                <a:gd name="connsiteY96" fmla="*/ 329281 h 598183"/>
                <a:gd name="connsiteX97" fmla="*/ 117359 w 608155"/>
                <a:gd name="connsiteY97" fmla="*/ 266592 h 598183"/>
                <a:gd name="connsiteX98" fmla="*/ 121526 w 608155"/>
                <a:gd name="connsiteY98" fmla="*/ 203770 h 598183"/>
                <a:gd name="connsiteX99" fmla="*/ 352614 w 608155"/>
                <a:gd name="connsiteY99" fmla="*/ 49399 h 598183"/>
                <a:gd name="connsiteX100" fmla="*/ 406656 w 608155"/>
                <a:gd name="connsiteY100" fmla="*/ 170882 h 598183"/>
                <a:gd name="connsiteX101" fmla="*/ 480055 w 608155"/>
                <a:gd name="connsiteY101" fmla="*/ 170882 h 598183"/>
                <a:gd name="connsiteX102" fmla="*/ 352614 w 608155"/>
                <a:gd name="connsiteY102" fmla="*/ 49399 h 598183"/>
                <a:gd name="connsiteX103" fmla="*/ 181348 w 608155"/>
                <a:gd name="connsiteY103" fmla="*/ 49399 h 598183"/>
                <a:gd name="connsiteX104" fmla="*/ 53907 w 608155"/>
                <a:gd name="connsiteY104" fmla="*/ 170882 h 598183"/>
                <a:gd name="connsiteX105" fmla="*/ 127172 w 608155"/>
                <a:gd name="connsiteY105" fmla="*/ 170882 h 598183"/>
                <a:gd name="connsiteX106" fmla="*/ 181348 w 608155"/>
                <a:gd name="connsiteY106" fmla="*/ 49399 h 598183"/>
                <a:gd name="connsiteX107" fmla="*/ 283516 w 608155"/>
                <a:gd name="connsiteY107" fmla="*/ 39062 h 598183"/>
                <a:gd name="connsiteX108" fmla="*/ 283516 w 608155"/>
                <a:gd name="connsiteY108" fmla="*/ 170882 h 598183"/>
                <a:gd name="connsiteX109" fmla="*/ 372376 w 608155"/>
                <a:gd name="connsiteY109" fmla="*/ 170882 h 598183"/>
                <a:gd name="connsiteX110" fmla="*/ 283516 w 608155"/>
                <a:gd name="connsiteY110" fmla="*/ 39062 h 598183"/>
                <a:gd name="connsiteX111" fmla="*/ 250446 w 608155"/>
                <a:gd name="connsiteY111" fmla="*/ 39062 h 598183"/>
                <a:gd name="connsiteX112" fmla="*/ 161452 w 608155"/>
                <a:gd name="connsiteY112" fmla="*/ 170882 h 598183"/>
                <a:gd name="connsiteX113" fmla="*/ 250446 w 608155"/>
                <a:gd name="connsiteY113" fmla="*/ 170882 h 598183"/>
                <a:gd name="connsiteX114" fmla="*/ 266981 w 608155"/>
                <a:gd name="connsiteY114" fmla="*/ 0 h 598183"/>
                <a:gd name="connsiteX115" fmla="*/ 533828 w 608155"/>
                <a:gd name="connsiteY115" fmla="*/ 266592 h 598183"/>
                <a:gd name="connsiteX116" fmla="*/ 531677 w 608155"/>
                <a:gd name="connsiteY116" fmla="*/ 300688 h 598183"/>
                <a:gd name="connsiteX117" fmla="*/ 498069 w 608155"/>
                <a:gd name="connsiteY117" fmla="*/ 300688 h 598183"/>
                <a:gd name="connsiteX118" fmla="*/ 500758 w 608155"/>
                <a:gd name="connsiteY118" fmla="*/ 266592 h 598183"/>
                <a:gd name="connsiteX119" fmla="*/ 492020 w 608155"/>
                <a:gd name="connsiteY119" fmla="*/ 203770 h 598183"/>
                <a:gd name="connsiteX120" fmla="*/ 412436 w 608155"/>
                <a:gd name="connsiteY120" fmla="*/ 203770 h 598183"/>
                <a:gd name="connsiteX121" fmla="*/ 416469 w 608155"/>
                <a:gd name="connsiteY121" fmla="*/ 266592 h 598183"/>
                <a:gd name="connsiteX122" fmla="*/ 415259 w 608155"/>
                <a:gd name="connsiteY122" fmla="*/ 300688 h 598183"/>
                <a:gd name="connsiteX123" fmla="*/ 381920 w 608155"/>
                <a:gd name="connsiteY123" fmla="*/ 300688 h 598183"/>
                <a:gd name="connsiteX124" fmla="*/ 383399 w 608155"/>
                <a:gd name="connsiteY124" fmla="*/ 266592 h 598183"/>
                <a:gd name="connsiteX125" fmla="*/ 378828 w 608155"/>
                <a:gd name="connsiteY125" fmla="*/ 203770 h 598183"/>
                <a:gd name="connsiteX126" fmla="*/ 283516 w 608155"/>
                <a:gd name="connsiteY126" fmla="*/ 203770 h 598183"/>
                <a:gd name="connsiteX127" fmla="*/ 283516 w 608155"/>
                <a:gd name="connsiteY127" fmla="*/ 264579 h 598183"/>
                <a:gd name="connsiteX128" fmla="*/ 280962 w 608155"/>
                <a:gd name="connsiteY128" fmla="*/ 264310 h 598183"/>
                <a:gd name="connsiteX129" fmla="*/ 250446 w 608155"/>
                <a:gd name="connsiteY129" fmla="*/ 264310 h 598183"/>
                <a:gd name="connsiteX130" fmla="*/ 250446 w 608155"/>
                <a:gd name="connsiteY130" fmla="*/ 203770 h 598183"/>
                <a:gd name="connsiteX131" fmla="*/ 155134 w 608155"/>
                <a:gd name="connsiteY131" fmla="*/ 203770 h 598183"/>
                <a:gd name="connsiteX132" fmla="*/ 150429 w 608155"/>
                <a:gd name="connsiteY132" fmla="*/ 266592 h 598183"/>
                <a:gd name="connsiteX133" fmla="*/ 155134 w 608155"/>
                <a:gd name="connsiteY133" fmla="*/ 329281 h 598183"/>
                <a:gd name="connsiteX134" fmla="*/ 177315 w 608155"/>
                <a:gd name="connsiteY134" fmla="*/ 329281 h 598183"/>
                <a:gd name="connsiteX135" fmla="*/ 205277 w 608155"/>
                <a:gd name="connsiteY135" fmla="*/ 341362 h 598183"/>
                <a:gd name="connsiteX136" fmla="*/ 250446 w 608155"/>
                <a:gd name="connsiteY136" fmla="*/ 341362 h 598183"/>
                <a:gd name="connsiteX137" fmla="*/ 252597 w 608155"/>
                <a:gd name="connsiteY137" fmla="*/ 341362 h 598183"/>
                <a:gd name="connsiteX138" fmla="*/ 259184 w 608155"/>
                <a:gd name="connsiteY138" fmla="*/ 362303 h 598183"/>
                <a:gd name="connsiteX139" fmla="*/ 283516 w 608155"/>
                <a:gd name="connsiteY139" fmla="*/ 439623 h 598183"/>
                <a:gd name="connsiteX140" fmla="*/ 283516 w 608155"/>
                <a:gd name="connsiteY140" fmla="*/ 494122 h 598183"/>
                <a:gd name="connsiteX141" fmla="*/ 298573 w 608155"/>
                <a:gd name="connsiteY141" fmla="*/ 487545 h 598183"/>
                <a:gd name="connsiteX142" fmla="*/ 301530 w 608155"/>
                <a:gd name="connsiteY142" fmla="*/ 497210 h 598183"/>
                <a:gd name="connsiteX143" fmla="*/ 308655 w 608155"/>
                <a:gd name="connsiteY143" fmla="*/ 519761 h 598183"/>
                <a:gd name="connsiteX144" fmla="*/ 311613 w 608155"/>
                <a:gd name="connsiteY144" fmla="*/ 529292 h 598183"/>
                <a:gd name="connsiteX145" fmla="*/ 266981 w 608155"/>
                <a:gd name="connsiteY145" fmla="*/ 533051 h 598183"/>
                <a:gd name="connsiteX146" fmla="*/ 0 w 608155"/>
                <a:gd name="connsiteY146" fmla="*/ 266592 h 598183"/>
                <a:gd name="connsiteX147" fmla="*/ 266981 w 608155"/>
                <a:gd name="connsiteY147" fmla="*/ 0 h 598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Lst>
              <a:rect l="l" t="t" r="r" b="b"/>
              <a:pathLst>
                <a:path w="608155" h="598183">
                  <a:moveTo>
                    <a:pt x="516225" y="551328"/>
                  </a:moveTo>
                  <a:cubicBezTo>
                    <a:pt x="522679" y="551328"/>
                    <a:pt x="528461" y="553879"/>
                    <a:pt x="532763" y="558041"/>
                  </a:cubicBezTo>
                  <a:cubicBezTo>
                    <a:pt x="537066" y="562337"/>
                    <a:pt x="539755" y="568244"/>
                    <a:pt x="539755" y="574689"/>
                  </a:cubicBezTo>
                  <a:cubicBezTo>
                    <a:pt x="539755" y="587711"/>
                    <a:pt x="529267" y="598183"/>
                    <a:pt x="516225" y="598183"/>
                  </a:cubicBezTo>
                  <a:cubicBezTo>
                    <a:pt x="503317" y="598183"/>
                    <a:pt x="492829" y="587711"/>
                    <a:pt x="492829" y="574689"/>
                  </a:cubicBezTo>
                  <a:cubicBezTo>
                    <a:pt x="492829" y="568244"/>
                    <a:pt x="495518" y="562337"/>
                    <a:pt x="499821" y="558041"/>
                  </a:cubicBezTo>
                  <a:cubicBezTo>
                    <a:pt x="503989" y="553879"/>
                    <a:pt x="509771" y="551328"/>
                    <a:pt x="516225" y="551328"/>
                  </a:cubicBezTo>
                  <a:close/>
                  <a:moveTo>
                    <a:pt x="370931" y="551328"/>
                  </a:moveTo>
                  <a:cubicBezTo>
                    <a:pt x="377385" y="551328"/>
                    <a:pt x="383301" y="553879"/>
                    <a:pt x="387469" y="558041"/>
                  </a:cubicBezTo>
                  <a:cubicBezTo>
                    <a:pt x="391772" y="562337"/>
                    <a:pt x="394461" y="568244"/>
                    <a:pt x="394461" y="574689"/>
                  </a:cubicBezTo>
                  <a:cubicBezTo>
                    <a:pt x="394461" y="587711"/>
                    <a:pt x="383973" y="598183"/>
                    <a:pt x="370931" y="598183"/>
                  </a:cubicBezTo>
                  <a:cubicBezTo>
                    <a:pt x="358023" y="598183"/>
                    <a:pt x="347535" y="587711"/>
                    <a:pt x="347535" y="574689"/>
                  </a:cubicBezTo>
                  <a:cubicBezTo>
                    <a:pt x="347535" y="568244"/>
                    <a:pt x="350224" y="562337"/>
                    <a:pt x="354527" y="558041"/>
                  </a:cubicBezTo>
                  <a:cubicBezTo>
                    <a:pt x="358695" y="553879"/>
                    <a:pt x="364611" y="551328"/>
                    <a:pt x="370931" y="551328"/>
                  </a:cubicBezTo>
                  <a:close/>
                  <a:moveTo>
                    <a:pt x="333679" y="410881"/>
                  </a:moveTo>
                  <a:lnTo>
                    <a:pt x="340938" y="432900"/>
                  </a:lnTo>
                  <a:cubicBezTo>
                    <a:pt x="341073" y="432900"/>
                    <a:pt x="341476" y="433034"/>
                    <a:pt x="341611" y="433169"/>
                  </a:cubicBezTo>
                  <a:lnTo>
                    <a:pt x="346316" y="433169"/>
                  </a:lnTo>
                  <a:lnTo>
                    <a:pt x="383553" y="433169"/>
                  </a:lnTo>
                  <a:lnTo>
                    <a:pt x="430604" y="433034"/>
                  </a:lnTo>
                  <a:lnTo>
                    <a:pt x="475369" y="433034"/>
                  </a:lnTo>
                  <a:lnTo>
                    <a:pt x="556565" y="433034"/>
                  </a:lnTo>
                  <a:lnTo>
                    <a:pt x="561405" y="410881"/>
                  </a:lnTo>
                  <a:lnTo>
                    <a:pt x="491366" y="410881"/>
                  </a:lnTo>
                  <a:lnTo>
                    <a:pt x="450499" y="410881"/>
                  </a:lnTo>
                  <a:lnTo>
                    <a:pt x="392694" y="410881"/>
                  </a:lnTo>
                  <a:lnTo>
                    <a:pt x="356936" y="410881"/>
                  </a:lnTo>
                  <a:close/>
                  <a:moveTo>
                    <a:pt x="161452" y="362303"/>
                  </a:moveTo>
                  <a:cubicBezTo>
                    <a:pt x="177987" y="431166"/>
                    <a:pt x="211327" y="482578"/>
                    <a:pt x="250446" y="494122"/>
                  </a:cubicBezTo>
                  <a:lnTo>
                    <a:pt x="250446" y="362303"/>
                  </a:lnTo>
                  <a:close/>
                  <a:moveTo>
                    <a:pt x="53907" y="362303"/>
                  </a:moveTo>
                  <a:cubicBezTo>
                    <a:pt x="78777" y="417474"/>
                    <a:pt x="124618" y="461235"/>
                    <a:pt x="181348" y="483652"/>
                  </a:cubicBezTo>
                  <a:cubicBezTo>
                    <a:pt x="156882" y="454120"/>
                    <a:pt x="137927" y="412104"/>
                    <a:pt x="127172" y="362303"/>
                  </a:cubicBezTo>
                  <a:close/>
                  <a:moveTo>
                    <a:pt x="315531" y="355698"/>
                  </a:moveTo>
                  <a:lnTo>
                    <a:pt x="317682" y="362277"/>
                  </a:lnTo>
                  <a:lnTo>
                    <a:pt x="322790" y="377852"/>
                  </a:lnTo>
                  <a:lnTo>
                    <a:pt x="368362" y="377852"/>
                  </a:lnTo>
                  <a:lnTo>
                    <a:pt x="402911" y="377852"/>
                  </a:lnTo>
                  <a:lnTo>
                    <a:pt x="472546" y="377852"/>
                  </a:lnTo>
                  <a:lnTo>
                    <a:pt x="509514" y="377852"/>
                  </a:lnTo>
                  <a:lnTo>
                    <a:pt x="568530" y="377852"/>
                  </a:lnTo>
                  <a:lnTo>
                    <a:pt x="573369" y="355698"/>
                  </a:lnTo>
                  <a:lnTo>
                    <a:pt x="518521" y="355698"/>
                  </a:lnTo>
                  <a:lnTo>
                    <a:pt x="513279" y="355698"/>
                  </a:lnTo>
                  <a:lnTo>
                    <a:pt x="483032" y="355698"/>
                  </a:lnTo>
                  <a:lnTo>
                    <a:pt x="408019" y="355698"/>
                  </a:lnTo>
                  <a:lnTo>
                    <a:pt x="374008" y="355698"/>
                  </a:lnTo>
                  <a:close/>
                  <a:moveTo>
                    <a:pt x="205298" y="286284"/>
                  </a:moveTo>
                  <a:lnTo>
                    <a:pt x="250467" y="286284"/>
                  </a:lnTo>
                  <a:lnTo>
                    <a:pt x="280982" y="286284"/>
                  </a:lnTo>
                  <a:cubicBezTo>
                    <a:pt x="281789" y="286284"/>
                    <a:pt x="282596" y="286552"/>
                    <a:pt x="283537" y="286687"/>
                  </a:cubicBezTo>
                  <a:cubicBezTo>
                    <a:pt x="289586" y="287761"/>
                    <a:pt x="294829" y="291923"/>
                    <a:pt x="296711" y="297830"/>
                  </a:cubicBezTo>
                  <a:lnTo>
                    <a:pt x="304508" y="322804"/>
                  </a:lnTo>
                  <a:cubicBezTo>
                    <a:pt x="304642" y="322804"/>
                    <a:pt x="304642" y="322669"/>
                    <a:pt x="304777" y="322669"/>
                  </a:cubicBezTo>
                  <a:lnTo>
                    <a:pt x="379654" y="322669"/>
                  </a:lnTo>
                  <a:lnTo>
                    <a:pt x="413262" y="322669"/>
                  </a:lnTo>
                  <a:lnTo>
                    <a:pt x="493652" y="322669"/>
                  </a:lnTo>
                  <a:lnTo>
                    <a:pt x="527932" y="322669"/>
                  </a:lnTo>
                  <a:lnTo>
                    <a:pt x="581838" y="322669"/>
                  </a:lnTo>
                  <a:cubicBezTo>
                    <a:pt x="590038" y="322669"/>
                    <a:pt x="597567" y="326160"/>
                    <a:pt x="602541" y="332336"/>
                  </a:cubicBezTo>
                  <a:cubicBezTo>
                    <a:pt x="607380" y="338512"/>
                    <a:pt x="609262" y="346568"/>
                    <a:pt x="607514" y="354624"/>
                  </a:cubicBezTo>
                  <a:lnTo>
                    <a:pt x="588425" y="441359"/>
                  </a:lnTo>
                  <a:cubicBezTo>
                    <a:pt x="585333" y="455456"/>
                    <a:pt x="572025" y="466063"/>
                    <a:pt x="557641" y="466063"/>
                  </a:cubicBezTo>
                  <a:lnTo>
                    <a:pt x="443912" y="466063"/>
                  </a:lnTo>
                  <a:lnTo>
                    <a:pt x="387855" y="466063"/>
                  </a:lnTo>
                  <a:lnTo>
                    <a:pt x="365539" y="466063"/>
                  </a:lnTo>
                  <a:lnTo>
                    <a:pt x="349542" y="466063"/>
                  </a:lnTo>
                  <a:lnTo>
                    <a:pt x="354382" y="481369"/>
                  </a:lnTo>
                  <a:lnTo>
                    <a:pt x="354785" y="482846"/>
                  </a:lnTo>
                  <a:lnTo>
                    <a:pt x="361103" y="502986"/>
                  </a:lnTo>
                  <a:lnTo>
                    <a:pt x="390140" y="502986"/>
                  </a:lnTo>
                  <a:lnTo>
                    <a:pt x="550381" y="502986"/>
                  </a:lnTo>
                  <a:cubicBezTo>
                    <a:pt x="559523" y="502986"/>
                    <a:pt x="566916" y="510370"/>
                    <a:pt x="566916" y="519500"/>
                  </a:cubicBezTo>
                  <a:cubicBezTo>
                    <a:pt x="566916" y="528630"/>
                    <a:pt x="559523" y="536015"/>
                    <a:pt x="550381" y="536015"/>
                  </a:cubicBezTo>
                  <a:lnTo>
                    <a:pt x="539896" y="536015"/>
                  </a:lnTo>
                  <a:cubicBezTo>
                    <a:pt x="533040" y="531853"/>
                    <a:pt x="524974" y="529302"/>
                    <a:pt x="516236" y="529302"/>
                  </a:cubicBezTo>
                  <a:cubicBezTo>
                    <a:pt x="507632" y="529302"/>
                    <a:pt x="499567" y="531853"/>
                    <a:pt x="492711" y="536015"/>
                  </a:cubicBezTo>
                  <a:lnTo>
                    <a:pt x="394576" y="536015"/>
                  </a:lnTo>
                  <a:cubicBezTo>
                    <a:pt x="387720" y="531853"/>
                    <a:pt x="379654" y="529302"/>
                    <a:pt x="371051" y="529302"/>
                  </a:cubicBezTo>
                  <a:cubicBezTo>
                    <a:pt x="362447" y="529302"/>
                    <a:pt x="354650" y="531718"/>
                    <a:pt x="347794" y="535880"/>
                  </a:cubicBezTo>
                  <a:cubicBezTo>
                    <a:pt x="341207" y="535343"/>
                    <a:pt x="335561" y="531047"/>
                    <a:pt x="333410" y="524737"/>
                  </a:cubicBezTo>
                  <a:cubicBezTo>
                    <a:pt x="333410" y="524602"/>
                    <a:pt x="333276" y="524602"/>
                    <a:pt x="333276" y="524468"/>
                  </a:cubicBezTo>
                  <a:lnTo>
                    <a:pt x="328033" y="507685"/>
                  </a:lnTo>
                  <a:lnTo>
                    <a:pt x="323328" y="492916"/>
                  </a:lnTo>
                  <a:lnTo>
                    <a:pt x="317144" y="473179"/>
                  </a:lnTo>
                  <a:lnTo>
                    <a:pt x="283537" y="366171"/>
                  </a:lnTo>
                  <a:lnTo>
                    <a:pt x="282327" y="362277"/>
                  </a:lnTo>
                  <a:lnTo>
                    <a:pt x="271841" y="329248"/>
                  </a:lnTo>
                  <a:lnTo>
                    <a:pt x="268749" y="319313"/>
                  </a:lnTo>
                  <a:lnTo>
                    <a:pt x="250467" y="319313"/>
                  </a:lnTo>
                  <a:lnTo>
                    <a:pt x="205298" y="319313"/>
                  </a:lnTo>
                  <a:cubicBezTo>
                    <a:pt x="196157" y="319313"/>
                    <a:pt x="188763" y="311928"/>
                    <a:pt x="188763" y="302798"/>
                  </a:cubicBezTo>
                  <a:cubicBezTo>
                    <a:pt x="188763" y="293668"/>
                    <a:pt x="196157" y="286284"/>
                    <a:pt x="205298" y="286284"/>
                  </a:cubicBezTo>
                  <a:close/>
                  <a:moveTo>
                    <a:pt x="41943" y="203770"/>
                  </a:moveTo>
                  <a:cubicBezTo>
                    <a:pt x="36297" y="223771"/>
                    <a:pt x="33070" y="244846"/>
                    <a:pt x="33070" y="266592"/>
                  </a:cubicBezTo>
                  <a:cubicBezTo>
                    <a:pt x="33070" y="288339"/>
                    <a:pt x="36297" y="309279"/>
                    <a:pt x="41943" y="329281"/>
                  </a:cubicBezTo>
                  <a:lnTo>
                    <a:pt x="121526" y="329281"/>
                  </a:lnTo>
                  <a:cubicBezTo>
                    <a:pt x="118838" y="309279"/>
                    <a:pt x="117359" y="288204"/>
                    <a:pt x="117359" y="266592"/>
                  </a:cubicBezTo>
                  <a:cubicBezTo>
                    <a:pt x="117359" y="244846"/>
                    <a:pt x="118838" y="223905"/>
                    <a:pt x="121526" y="203770"/>
                  </a:cubicBezTo>
                  <a:close/>
                  <a:moveTo>
                    <a:pt x="352614" y="49399"/>
                  </a:moveTo>
                  <a:cubicBezTo>
                    <a:pt x="376946" y="78930"/>
                    <a:pt x="395901" y="121081"/>
                    <a:pt x="406656" y="170882"/>
                  </a:cubicBezTo>
                  <a:lnTo>
                    <a:pt x="480055" y="170882"/>
                  </a:lnTo>
                  <a:cubicBezTo>
                    <a:pt x="455051" y="115577"/>
                    <a:pt x="409210" y="71816"/>
                    <a:pt x="352614" y="49399"/>
                  </a:cubicBezTo>
                  <a:close/>
                  <a:moveTo>
                    <a:pt x="181348" y="49399"/>
                  </a:moveTo>
                  <a:cubicBezTo>
                    <a:pt x="124618" y="71816"/>
                    <a:pt x="78777" y="115577"/>
                    <a:pt x="53907" y="170882"/>
                  </a:cubicBezTo>
                  <a:lnTo>
                    <a:pt x="127172" y="170882"/>
                  </a:lnTo>
                  <a:cubicBezTo>
                    <a:pt x="137927" y="121081"/>
                    <a:pt x="156882" y="78930"/>
                    <a:pt x="181348" y="49399"/>
                  </a:cubicBezTo>
                  <a:close/>
                  <a:moveTo>
                    <a:pt x="283516" y="39062"/>
                  </a:moveTo>
                  <a:lnTo>
                    <a:pt x="283516" y="170882"/>
                  </a:lnTo>
                  <a:lnTo>
                    <a:pt x="372376" y="170882"/>
                  </a:lnTo>
                  <a:cubicBezTo>
                    <a:pt x="355841" y="101885"/>
                    <a:pt x="322501" y="50607"/>
                    <a:pt x="283516" y="39062"/>
                  </a:cubicBezTo>
                  <a:close/>
                  <a:moveTo>
                    <a:pt x="250446" y="39062"/>
                  </a:moveTo>
                  <a:cubicBezTo>
                    <a:pt x="211327" y="50607"/>
                    <a:pt x="177987" y="101885"/>
                    <a:pt x="161452" y="170882"/>
                  </a:cubicBezTo>
                  <a:lnTo>
                    <a:pt x="250446" y="170882"/>
                  </a:lnTo>
                  <a:close/>
                  <a:moveTo>
                    <a:pt x="266981" y="0"/>
                  </a:moveTo>
                  <a:cubicBezTo>
                    <a:pt x="414318" y="0"/>
                    <a:pt x="533828" y="119336"/>
                    <a:pt x="533828" y="266592"/>
                  </a:cubicBezTo>
                  <a:cubicBezTo>
                    <a:pt x="533828" y="278137"/>
                    <a:pt x="533021" y="289547"/>
                    <a:pt x="531677" y="300688"/>
                  </a:cubicBezTo>
                  <a:lnTo>
                    <a:pt x="498069" y="300688"/>
                  </a:lnTo>
                  <a:cubicBezTo>
                    <a:pt x="499682" y="289547"/>
                    <a:pt x="500758" y="278137"/>
                    <a:pt x="500758" y="266592"/>
                  </a:cubicBezTo>
                  <a:cubicBezTo>
                    <a:pt x="500758" y="244846"/>
                    <a:pt x="497666" y="223771"/>
                    <a:pt x="492020" y="203770"/>
                  </a:cubicBezTo>
                  <a:lnTo>
                    <a:pt x="412436" y="203770"/>
                  </a:lnTo>
                  <a:cubicBezTo>
                    <a:pt x="415125" y="223905"/>
                    <a:pt x="416469" y="244846"/>
                    <a:pt x="416469" y="266592"/>
                  </a:cubicBezTo>
                  <a:cubicBezTo>
                    <a:pt x="416469" y="278137"/>
                    <a:pt x="416066" y="289547"/>
                    <a:pt x="415259" y="300688"/>
                  </a:cubicBezTo>
                  <a:lnTo>
                    <a:pt x="381920" y="300688"/>
                  </a:lnTo>
                  <a:cubicBezTo>
                    <a:pt x="382861" y="289547"/>
                    <a:pt x="383399" y="278137"/>
                    <a:pt x="383399" y="266592"/>
                  </a:cubicBezTo>
                  <a:cubicBezTo>
                    <a:pt x="383399" y="244846"/>
                    <a:pt x="381786" y="223905"/>
                    <a:pt x="378828" y="203770"/>
                  </a:cubicBezTo>
                  <a:lnTo>
                    <a:pt x="283516" y="203770"/>
                  </a:lnTo>
                  <a:lnTo>
                    <a:pt x="283516" y="264579"/>
                  </a:lnTo>
                  <a:cubicBezTo>
                    <a:pt x="282575" y="264445"/>
                    <a:pt x="281769" y="264310"/>
                    <a:pt x="280962" y="264310"/>
                  </a:cubicBezTo>
                  <a:lnTo>
                    <a:pt x="250446" y="264310"/>
                  </a:lnTo>
                  <a:lnTo>
                    <a:pt x="250446" y="203770"/>
                  </a:lnTo>
                  <a:lnTo>
                    <a:pt x="155134" y="203770"/>
                  </a:lnTo>
                  <a:cubicBezTo>
                    <a:pt x="152177" y="223905"/>
                    <a:pt x="150429" y="244846"/>
                    <a:pt x="150429" y="266592"/>
                  </a:cubicBezTo>
                  <a:cubicBezTo>
                    <a:pt x="150429" y="288204"/>
                    <a:pt x="152177" y="309279"/>
                    <a:pt x="155134" y="329281"/>
                  </a:cubicBezTo>
                  <a:lnTo>
                    <a:pt x="177315" y="329281"/>
                  </a:lnTo>
                  <a:cubicBezTo>
                    <a:pt x="184306" y="336664"/>
                    <a:pt x="194254" y="341362"/>
                    <a:pt x="205277" y="341362"/>
                  </a:cubicBezTo>
                  <a:lnTo>
                    <a:pt x="250446" y="341362"/>
                  </a:lnTo>
                  <a:lnTo>
                    <a:pt x="252597" y="341362"/>
                  </a:lnTo>
                  <a:lnTo>
                    <a:pt x="259184" y="362303"/>
                  </a:lnTo>
                  <a:lnTo>
                    <a:pt x="283516" y="439623"/>
                  </a:lnTo>
                  <a:lnTo>
                    <a:pt x="283516" y="494122"/>
                  </a:lnTo>
                  <a:cubicBezTo>
                    <a:pt x="288625" y="492512"/>
                    <a:pt x="293599" y="490364"/>
                    <a:pt x="298573" y="487545"/>
                  </a:cubicBezTo>
                  <a:lnTo>
                    <a:pt x="301530" y="497210"/>
                  </a:lnTo>
                  <a:lnTo>
                    <a:pt x="308655" y="519761"/>
                  </a:lnTo>
                  <a:lnTo>
                    <a:pt x="311613" y="529292"/>
                  </a:lnTo>
                  <a:cubicBezTo>
                    <a:pt x="297094" y="531708"/>
                    <a:pt x="282172" y="533051"/>
                    <a:pt x="266981" y="533051"/>
                  </a:cubicBezTo>
                  <a:cubicBezTo>
                    <a:pt x="119510" y="533051"/>
                    <a:pt x="0" y="413715"/>
                    <a:pt x="0" y="266592"/>
                  </a:cubicBezTo>
                  <a:cubicBezTo>
                    <a:pt x="0" y="119336"/>
                    <a:pt x="119510" y="0"/>
                    <a:pt x="26698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en-US" sz="2800" b="1">
                <a:solidFill>
                  <a:schemeClr val="bg1"/>
                </a:solidFill>
                <a:latin typeface="+mn-ea"/>
              </a:endParaRPr>
            </a:p>
          </p:txBody>
        </p:sp>
        <p:sp>
          <p:nvSpPr>
            <p:cNvPr id="23" name="iṩḻîḓé"/>
            <p:cNvSpPr/>
            <p:nvPr/>
          </p:nvSpPr>
          <p:spPr>
            <a:xfrm>
              <a:off x="7457686" y="3479673"/>
              <a:ext cx="338336" cy="332788"/>
            </a:xfrm>
            <a:custGeom>
              <a:avLst/>
              <a:gdLst>
                <a:gd name="connsiteX0" fmla="*/ 516225 w 608155"/>
                <a:gd name="connsiteY0" fmla="*/ 551328 h 598183"/>
                <a:gd name="connsiteX1" fmla="*/ 532763 w 608155"/>
                <a:gd name="connsiteY1" fmla="*/ 558041 h 598183"/>
                <a:gd name="connsiteX2" fmla="*/ 539755 w 608155"/>
                <a:gd name="connsiteY2" fmla="*/ 574689 h 598183"/>
                <a:gd name="connsiteX3" fmla="*/ 516225 w 608155"/>
                <a:gd name="connsiteY3" fmla="*/ 598183 h 598183"/>
                <a:gd name="connsiteX4" fmla="*/ 492829 w 608155"/>
                <a:gd name="connsiteY4" fmla="*/ 574689 h 598183"/>
                <a:gd name="connsiteX5" fmla="*/ 499821 w 608155"/>
                <a:gd name="connsiteY5" fmla="*/ 558041 h 598183"/>
                <a:gd name="connsiteX6" fmla="*/ 516225 w 608155"/>
                <a:gd name="connsiteY6" fmla="*/ 551328 h 598183"/>
                <a:gd name="connsiteX7" fmla="*/ 370931 w 608155"/>
                <a:gd name="connsiteY7" fmla="*/ 551328 h 598183"/>
                <a:gd name="connsiteX8" fmla="*/ 387469 w 608155"/>
                <a:gd name="connsiteY8" fmla="*/ 558041 h 598183"/>
                <a:gd name="connsiteX9" fmla="*/ 394461 w 608155"/>
                <a:gd name="connsiteY9" fmla="*/ 574689 h 598183"/>
                <a:gd name="connsiteX10" fmla="*/ 370931 w 608155"/>
                <a:gd name="connsiteY10" fmla="*/ 598183 h 598183"/>
                <a:gd name="connsiteX11" fmla="*/ 347535 w 608155"/>
                <a:gd name="connsiteY11" fmla="*/ 574689 h 598183"/>
                <a:gd name="connsiteX12" fmla="*/ 354527 w 608155"/>
                <a:gd name="connsiteY12" fmla="*/ 558041 h 598183"/>
                <a:gd name="connsiteX13" fmla="*/ 370931 w 608155"/>
                <a:gd name="connsiteY13" fmla="*/ 551328 h 598183"/>
                <a:gd name="connsiteX14" fmla="*/ 333679 w 608155"/>
                <a:gd name="connsiteY14" fmla="*/ 410881 h 598183"/>
                <a:gd name="connsiteX15" fmla="*/ 340938 w 608155"/>
                <a:gd name="connsiteY15" fmla="*/ 432900 h 598183"/>
                <a:gd name="connsiteX16" fmla="*/ 341611 w 608155"/>
                <a:gd name="connsiteY16" fmla="*/ 433169 h 598183"/>
                <a:gd name="connsiteX17" fmla="*/ 346316 w 608155"/>
                <a:gd name="connsiteY17" fmla="*/ 433169 h 598183"/>
                <a:gd name="connsiteX18" fmla="*/ 383553 w 608155"/>
                <a:gd name="connsiteY18" fmla="*/ 433169 h 598183"/>
                <a:gd name="connsiteX19" fmla="*/ 430604 w 608155"/>
                <a:gd name="connsiteY19" fmla="*/ 433034 h 598183"/>
                <a:gd name="connsiteX20" fmla="*/ 475369 w 608155"/>
                <a:gd name="connsiteY20" fmla="*/ 433034 h 598183"/>
                <a:gd name="connsiteX21" fmla="*/ 556565 w 608155"/>
                <a:gd name="connsiteY21" fmla="*/ 433034 h 598183"/>
                <a:gd name="connsiteX22" fmla="*/ 561405 w 608155"/>
                <a:gd name="connsiteY22" fmla="*/ 410881 h 598183"/>
                <a:gd name="connsiteX23" fmla="*/ 491366 w 608155"/>
                <a:gd name="connsiteY23" fmla="*/ 410881 h 598183"/>
                <a:gd name="connsiteX24" fmla="*/ 450499 w 608155"/>
                <a:gd name="connsiteY24" fmla="*/ 410881 h 598183"/>
                <a:gd name="connsiteX25" fmla="*/ 392694 w 608155"/>
                <a:gd name="connsiteY25" fmla="*/ 410881 h 598183"/>
                <a:gd name="connsiteX26" fmla="*/ 356936 w 608155"/>
                <a:gd name="connsiteY26" fmla="*/ 410881 h 598183"/>
                <a:gd name="connsiteX27" fmla="*/ 161452 w 608155"/>
                <a:gd name="connsiteY27" fmla="*/ 362303 h 598183"/>
                <a:gd name="connsiteX28" fmla="*/ 250446 w 608155"/>
                <a:gd name="connsiteY28" fmla="*/ 494122 h 598183"/>
                <a:gd name="connsiteX29" fmla="*/ 250446 w 608155"/>
                <a:gd name="connsiteY29" fmla="*/ 362303 h 598183"/>
                <a:gd name="connsiteX30" fmla="*/ 53907 w 608155"/>
                <a:gd name="connsiteY30" fmla="*/ 362303 h 598183"/>
                <a:gd name="connsiteX31" fmla="*/ 181348 w 608155"/>
                <a:gd name="connsiteY31" fmla="*/ 483652 h 598183"/>
                <a:gd name="connsiteX32" fmla="*/ 127172 w 608155"/>
                <a:gd name="connsiteY32" fmla="*/ 362303 h 598183"/>
                <a:gd name="connsiteX33" fmla="*/ 315531 w 608155"/>
                <a:gd name="connsiteY33" fmla="*/ 355698 h 598183"/>
                <a:gd name="connsiteX34" fmla="*/ 317682 w 608155"/>
                <a:gd name="connsiteY34" fmla="*/ 362277 h 598183"/>
                <a:gd name="connsiteX35" fmla="*/ 322790 w 608155"/>
                <a:gd name="connsiteY35" fmla="*/ 377852 h 598183"/>
                <a:gd name="connsiteX36" fmla="*/ 368362 w 608155"/>
                <a:gd name="connsiteY36" fmla="*/ 377852 h 598183"/>
                <a:gd name="connsiteX37" fmla="*/ 402911 w 608155"/>
                <a:gd name="connsiteY37" fmla="*/ 377852 h 598183"/>
                <a:gd name="connsiteX38" fmla="*/ 472546 w 608155"/>
                <a:gd name="connsiteY38" fmla="*/ 377852 h 598183"/>
                <a:gd name="connsiteX39" fmla="*/ 509514 w 608155"/>
                <a:gd name="connsiteY39" fmla="*/ 377852 h 598183"/>
                <a:gd name="connsiteX40" fmla="*/ 568530 w 608155"/>
                <a:gd name="connsiteY40" fmla="*/ 377852 h 598183"/>
                <a:gd name="connsiteX41" fmla="*/ 573369 w 608155"/>
                <a:gd name="connsiteY41" fmla="*/ 355698 h 598183"/>
                <a:gd name="connsiteX42" fmla="*/ 518521 w 608155"/>
                <a:gd name="connsiteY42" fmla="*/ 355698 h 598183"/>
                <a:gd name="connsiteX43" fmla="*/ 513279 w 608155"/>
                <a:gd name="connsiteY43" fmla="*/ 355698 h 598183"/>
                <a:gd name="connsiteX44" fmla="*/ 483032 w 608155"/>
                <a:gd name="connsiteY44" fmla="*/ 355698 h 598183"/>
                <a:gd name="connsiteX45" fmla="*/ 408019 w 608155"/>
                <a:gd name="connsiteY45" fmla="*/ 355698 h 598183"/>
                <a:gd name="connsiteX46" fmla="*/ 374008 w 608155"/>
                <a:gd name="connsiteY46" fmla="*/ 355698 h 598183"/>
                <a:gd name="connsiteX47" fmla="*/ 205298 w 608155"/>
                <a:gd name="connsiteY47" fmla="*/ 286284 h 598183"/>
                <a:gd name="connsiteX48" fmla="*/ 250467 w 608155"/>
                <a:gd name="connsiteY48" fmla="*/ 286284 h 598183"/>
                <a:gd name="connsiteX49" fmla="*/ 280982 w 608155"/>
                <a:gd name="connsiteY49" fmla="*/ 286284 h 598183"/>
                <a:gd name="connsiteX50" fmla="*/ 283537 w 608155"/>
                <a:gd name="connsiteY50" fmla="*/ 286687 h 598183"/>
                <a:gd name="connsiteX51" fmla="*/ 296711 w 608155"/>
                <a:gd name="connsiteY51" fmla="*/ 297830 h 598183"/>
                <a:gd name="connsiteX52" fmla="*/ 304508 w 608155"/>
                <a:gd name="connsiteY52" fmla="*/ 322804 h 598183"/>
                <a:gd name="connsiteX53" fmla="*/ 304777 w 608155"/>
                <a:gd name="connsiteY53" fmla="*/ 322669 h 598183"/>
                <a:gd name="connsiteX54" fmla="*/ 379654 w 608155"/>
                <a:gd name="connsiteY54" fmla="*/ 322669 h 598183"/>
                <a:gd name="connsiteX55" fmla="*/ 413262 w 608155"/>
                <a:gd name="connsiteY55" fmla="*/ 322669 h 598183"/>
                <a:gd name="connsiteX56" fmla="*/ 493652 w 608155"/>
                <a:gd name="connsiteY56" fmla="*/ 322669 h 598183"/>
                <a:gd name="connsiteX57" fmla="*/ 527932 w 608155"/>
                <a:gd name="connsiteY57" fmla="*/ 322669 h 598183"/>
                <a:gd name="connsiteX58" fmla="*/ 581838 w 608155"/>
                <a:gd name="connsiteY58" fmla="*/ 322669 h 598183"/>
                <a:gd name="connsiteX59" fmla="*/ 602541 w 608155"/>
                <a:gd name="connsiteY59" fmla="*/ 332336 h 598183"/>
                <a:gd name="connsiteX60" fmla="*/ 607514 w 608155"/>
                <a:gd name="connsiteY60" fmla="*/ 354624 h 598183"/>
                <a:gd name="connsiteX61" fmla="*/ 588425 w 608155"/>
                <a:gd name="connsiteY61" fmla="*/ 441359 h 598183"/>
                <a:gd name="connsiteX62" fmla="*/ 557641 w 608155"/>
                <a:gd name="connsiteY62" fmla="*/ 466063 h 598183"/>
                <a:gd name="connsiteX63" fmla="*/ 443912 w 608155"/>
                <a:gd name="connsiteY63" fmla="*/ 466063 h 598183"/>
                <a:gd name="connsiteX64" fmla="*/ 387855 w 608155"/>
                <a:gd name="connsiteY64" fmla="*/ 466063 h 598183"/>
                <a:gd name="connsiteX65" fmla="*/ 365539 w 608155"/>
                <a:gd name="connsiteY65" fmla="*/ 466063 h 598183"/>
                <a:gd name="connsiteX66" fmla="*/ 349542 w 608155"/>
                <a:gd name="connsiteY66" fmla="*/ 466063 h 598183"/>
                <a:gd name="connsiteX67" fmla="*/ 354382 w 608155"/>
                <a:gd name="connsiteY67" fmla="*/ 481369 h 598183"/>
                <a:gd name="connsiteX68" fmla="*/ 354785 w 608155"/>
                <a:gd name="connsiteY68" fmla="*/ 482846 h 598183"/>
                <a:gd name="connsiteX69" fmla="*/ 361103 w 608155"/>
                <a:gd name="connsiteY69" fmla="*/ 502986 h 598183"/>
                <a:gd name="connsiteX70" fmla="*/ 390140 w 608155"/>
                <a:gd name="connsiteY70" fmla="*/ 502986 h 598183"/>
                <a:gd name="connsiteX71" fmla="*/ 550381 w 608155"/>
                <a:gd name="connsiteY71" fmla="*/ 502986 h 598183"/>
                <a:gd name="connsiteX72" fmla="*/ 566916 w 608155"/>
                <a:gd name="connsiteY72" fmla="*/ 519500 h 598183"/>
                <a:gd name="connsiteX73" fmla="*/ 550381 w 608155"/>
                <a:gd name="connsiteY73" fmla="*/ 536015 h 598183"/>
                <a:gd name="connsiteX74" fmla="*/ 539896 w 608155"/>
                <a:gd name="connsiteY74" fmla="*/ 536015 h 598183"/>
                <a:gd name="connsiteX75" fmla="*/ 516236 w 608155"/>
                <a:gd name="connsiteY75" fmla="*/ 529302 h 598183"/>
                <a:gd name="connsiteX76" fmla="*/ 492711 w 608155"/>
                <a:gd name="connsiteY76" fmla="*/ 536015 h 598183"/>
                <a:gd name="connsiteX77" fmla="*/ 394576 w 608155"/>
                <a:gd name="connsiteY77" fmla="*/ 536015 h 598183"/>
                <a:gd name="connsiteX78" fmla="*/ 371051 w 608155"/>
                <a:gd name="connsiteY78" fmla="*/ 529302 h 598183"/>
                <a:gd name="connsiteX79" fmla="*/ 347794 w 608155"/>
                <a:gd name="connsiteY79" fmla="*/ 535880 h 598183"/>
                <a:gd name="connsiteX80" fmla="*/ 333410 w 608155"/>
                <a:gd name="connsiteY80" fmla="*/ 524737 h 598183"/>
                <a:gd name="connsiteX81" fmla="*/ 333276 w 608155"/>
                <a:gd name="connsiteY81" fmla="*/ 524468 h 598183"/>
                <a:gd name="connsiteX82" fmla="*/ 328033 w 608155"/>
                <a:gd name="connsiteY82" fmla="*/ 507685 h 598183"/>
                <a:gd name="connsiteX83" fmla="*/ 323328 w 608155"/>
                <a:gd name="connsiteY83" fmla="*/ 492916 h 598183"/>
                <a:gd name="connsiteX84" fmla="*/ 317144 w 608155"/>
                <a:gd name="connsiteY84" fmla="*/ 473179 h 598183"/>
                <a:gd name="connsiteX85" fmla="*/ 283537 w 608155"/>
                <a:gd name="connsiteY85" fmla="*/ 366171 h 598183"/>
                <a:gd name="connsiteX86" fmla="*/ 282327 w 608155"/>
                <a:gd name="connsiteY86" fmla="*/ 362277 h 598183"/>
                <a:gd name="connsiteX87" fmla="*/ 271841 w 608155"/>
                <a:gd name="connsiteY87" fmla="*/ 329248 h 598183"/>
                <a:gd name="connsiteX88" fmla="*/ 268749 w 608155"/>
                <a:gd name="connsiteY88" fmla="*/ 319313 h 598183"/>
                <a:gd name="connsiteX89" fmla="*/ 250467 w 608155"/>
                <a:gd name="connsiteY89" fmla="*/ 319313 h 598183"/>
                <a:gd name="connsiteX90" fmla="*/ 205298 w 608155"/>
                <a:gd name="connsiteY90" fmla="*/ 319313 h 598183"/>
                <a:gd name="connsiteX91" fmla="*/ 188763 w 608155"/>
                <a:gd name="connsiteY91" fmla="*/ 302798 h 598183"/>
                <a:gd name="connsiteX92" fmla="*/ 205298 w 608155"/>
                <a:gd name="connsiteY92" fmla="*/ 286284 h 598183"/>
                <a:gd name="connsiteX93" fmla="*/ 41943 w 608155"/>
                <a:gd name="connsiteY93" fmla="*/ 203770 h 598183"/>
                <a:gd name="connsiteX94" fmla="*/ 33070 w 608155"/>
                <a:gd name="connsiteY94" fmla="*/ 266592 h 598183"/>
                <a:gd name="connsiteX95" fmla="*/ 41943 w 608155"/>
                <a:gd name="connsiteY95" fmla="*/ 329281 h 598183"/>
                <a:gd name="connsiteX96" fmla="*/ 121526 w 608155"/>
                <a:gd name="connsiteY96" fmla="*/ 329281 h 598183"/>
                <a:gd name="connsiteX97" fmla="*/ 117359 w 608155"/>
                <a:gd name="connsiteY97" fmla="*/ 266592 h 598183"/>
                <a:gd name="connsiteX98" fmla="*/ 121526 w 608155"/>
                <a:gd name="connsiteY98" fmla="*/ 203770 h 598183"/>
                <a:gd name="connsiteX99" fmla="*/ 352614 w 608155"/>
                <a:gd name="connsiteY99" fmla="*/ 49399 h 598183"/>
                <a:gd name="connsiteX100" fmla="*/ 406656 w 608155"/>
                <a:gd name="connsiteY100" fmla="*/ 170882 h 598183"/>
                <a:gd name="connsiteX101" fmla="*/ 480055 w 608155"/>
                <a:gd name="connsiteY101" fmla="*/ 170882 h 598183"/>
                <a:gd name="connsiteX102" fmla="*/ 352614 w 608155"/>
                <a:gd name="connsiteY102" fmla="*/ 49399 h 598183"/>
                <a:gd name="connsiteX103" fmla="*/ 181348 w 608155"/>
                <a:gd name="connsiteY103" fmla="*/ 49399 h 598183"/>
                <a:gd name="connsiteX104" fmla="*/ 53907 w 608155"/>
                <a:gd name="connsiteY104" fmla="*/ 170882 h 598183"/>
                <a:gd name="connsiteX105" fmla="*/ 127172 w 608155"/>
                <a:gd name="connsiteY105" fmla="*/ 170882 h 598183"/>
                <a:gd name="connsiteX106" fmla="*/ 181348 w 608155"/>
                <a:gd name="connsiteY106" fmla="*/ 49399 h 598183"/>
                <a:gd name="connsiteX107" fmla="*/ 283516 w 608155"/>
                <a:gd name="connsiteY107" fmla="*/ 39062 h 598183"/>
                <a:gd name="connsiteX108" fmla="*/ 283516 w 608155"/>
                <a:gd name="connsiteY108" fmla="*/ 170882 h 598183"/>
                <a:gd name="connsiteX109" fmla="*/ 372376 w 608155"/>
                <a:gd name="connsiteY109" fmla="*/ 170882 h 598183"/>
                <a:gd name="connsiteX110" fmla="*/ 283516 w 608155"/>
                <a:gd name="connsiteY110" fmla="*/ 39062 h 598183"/>
                <a:gd name="connsiteX111" fmla="*/ 250446 w 608155"/>
                <a:gd name="connsiteY111" fmla="*/ 39062 h 598183"/>
                <a:gd name="connsiteX112" fmla="*/ 161452 w 608155"/>
                <a:gd name="connsiteY112" fmla="*/ 170882 h 598183"/>
                <a:gd name="connsiteX113" fmla="*/ 250446 w 608155"/>
                <a:gd name="connsiteY113" fmla="*/ 170882 h 598183"/>
                <a:gd name="connsiteX114" fmla="*/ 266981 w 608155"/>
                <a:gd name="connsiteY114" fmla="*/ 0 h 598183"/>
                <a:gd name="connsiteX115" fmla="*/ 533828 w 608155"/>
                <a:gd name="connsiteY115" fmla="*/ 266592 h 598183"/>
                <a:gd name="connsiteX116" fmla="*/ 531677 w 608155"/>
                <a:gd name="connsiteY116" fmla="*/ 300688 h 598183"/>
                <a:gd name="connsiteX117" fmla="*/ 498069 w 608155"/>
                <a:gd name="connsiteY117" fmla="*/ 300688 h 598183"/>
                <a:gd name="connsiteX118" fmla="*/ 500758 w 608155"/>
                <a:gd name="connsiteY118" fmla="*/ 266592 h 598183"/>
                <a:gd name="connsiteX119" fmla="*/ 492020 w 608155"/>
                <a:gd name="connsiteY119" fmla="*/ 203770 h 598183"/>
                <a:gd name="connsiteX120" fmla="*/ 412436 w 608155"/>
                <a:gd name="connsiteY120" fmla="*/ 203770 h 598183"/>
                <a:gd name="connsiteX121" fmla="*/ 416469 w 608155"/>
                <a:gd name="connsiteY121" fmla="*/ 266592 h 598183"/>
                <a:gd name="connsiteX122" fmla="*/ 415259 w 608155"/>
                <a:gd name="connsiteY122" fmla="*/ 300688 h 598183"/>
                <a:gd name="connsiteX123" fmla="*/ 381920 w 608155"/>
                <a:gd name="connsiteY123" fmla="*/ 300688 h 598183"/>
                <a:gd name="connsiteX124" fmla="*/ 383399 w 608155"/>
                <a:gd name="connsiteY124" fmla="*/ 266592 h 598183"/>
                <a:gd name="connsiteX125" fmla="*/ 378828 w 608155"/>
                <a:gd name="connsiteY125" fmla="*/ 203770 h 598183"/>
                <a:gd name="connsiteX126" fmla="*/ 283516 w 608155"/>
                <a:gd name="connsiteY126" fmla="*/ 203770 h 598183"/>
                <a:gd name="connsiteX127" fmla="*/ 283516 w 608155"/>
                <a:gd name="connsiteY127" fmla="*/ 264579 h 598183"/>
                <a:gd name="connsiteX128" fmla="*/ 280962 w 608155"/>
                <a:gd name="connsiteY128" fmla="*/ 264310 h 598183"/>
                <a:gd name="connsiteX129" fmla="*/ 250446 w 608155"/>
                <a:gd name="connsiteY129" fmla="*/ 264310 h 598183"/>
                <a:gd name="connsiteX130" fmla="*/ 250446 w 608155"/>
                <a:gd name="connsiteY130" fmla="*/ 203770 h 598183"/>
                <a:gd name="connsiteX131" fmla="*/ 155134 w 608155"/>
                <a:gd name="connsiteY131" fmla="*/ 203770 h 598183"/>
                <a:gd name="connsiteX132" fmla="*/ 150429 w 608155"/>
                <a:gd name="connsiteY132" fmla="*/ 266592 h 598183"/>
                <a:gd name="connsiteX133" fmla="*/ 155134 w 608155"/>
                <a:gd name="connsiteY133" fmla="*/ 329281 h 598183"/>
                <a:gd name="connsiteX134" fmla="*/ 177315 w 608155"/>
                <a:gd name="connsiteY134" fmla="*/ 329281 h 598183"/>
                <a:gd name="connsiteX135" fmla="*/ 205277 w 608155"/>
                <a:gd name="connsiteY135" fmla="*/ 341362 h 598183"/>
                <a:gd name="connsiteX136" fmla="*/ 250446 w 608155"/>
                <a:gd name="connsiteY136" fmla="*/ 341362 h 598183"/>
                <a:gd name="connsiteX137" fmla="*/ 252597 w 608155"/>
                <a:gd name="connsiteY137" fmla="*/ 341362 h 598183"/>
                <a:gd name="connsiteX138" fmla="*/ 259184 w 608155"/>
                <a:gd name="connsiteY138" fmla="*/ 362303 h 598183"/>
                <a:gd name="connsiteX139" fmla="*/ 283516 w 608155"/>
                <a:gd name="connsiteY139" fmla="*/ 439623 h 598183"/>
                <a:gd name="connsiteX140" fmla="*/ 283516 w 608155"/>
                <a:gd name="connsiteY140" fmla="*/ 494122 h 598183"/>
                <a:gd name="connsiteX141" fmla="*/ 298573 w 608155"/>
                <a:gd name="connsiteY141" fmla="*/ 487545 h 598183"/>
                <a:gd name="connsiteX142" fmla="*/ 301530 w 608155"/>
                <a:gd name="connsiteY142" fmla="*/ 497210 h 598183"/>
                <a:gd name="connsiteX143" fmla="*/ 308655 w 608155"/>
                <a:gd name="connsiteY143" fmla="*/ 519761 h 598183"/>
                <a:gd name="connsiteX144" fmla="*/ 311613 w 608155"/>
                <a:gd name="connsiteY144" fmla="*/ 529292 h 598183"/>
                <a:gd name="connsiteX145" fmla="*/ 266981 w 608155"/>
                <a:gd name="connsiteY145" fmla="*/ 533051 h 598183"/>
                <a:gd name="connsiteX146" fmla="*/ 0 w 608155"/>
                <a:gd name="connsiteY146" fmla="*/ 266592 h 598183"/>
                <a:gd name="connsiteX147" fmla="*/ 266981 w 608155"/>
                <a:gd name="connsiteY147" fmla="*/ 0 h 598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Lst>
              <a:rect l="l" t="t" r="r" b="b"/>
              <a:pathLst>
                <a:path w="608155" h="598183">
                  <a:moveTo>
                    <a:pt x="516225" y="551328"/>
                  </a:moveTo>
                  <a:cubicBezTo>
                    <a:pt x="522679" y="551328"/>
                    <a:pt x="528461" y="553879"/>
                    <a:pt x="532763" y="558041"/>
                  </a:cubicBezTo>
                  <a:cubicBezTo>
                    <a:pt x="537066" y="562337"/>
                    <a:pt x="539755" y="568244"/>
                    <a:pt x="539755" y="574689"/>
                  </a:cubicBezTo>
                  <a:cubicBezTo>
                    <a:pt x="539755" y="587711"/>
                    <a:pt x="529267" y="598183"/>
                    <a:pt x="516225" y="598183"/>
                  </a:cubicBezTo>
                  <a:cubicBezTo>
                    <a:pt x="503317" y="598183"/>
                    <a:pt x="492829" y="587711"/>
                    <a:pt x="492829" y="574689"/>
                  </a:cubicBezTo>
                  <a:cubicBezTo>
                    <a:pt x="492829" y="568244"/>
                    <a:pt x="495518" y="562337"/>
                    <a:pt x="499821" y="558041"/>
                  </a:cubicBezTo>
                  <a:cubicBezTo>
                    <a:pt x="503989" y="553879"/>
                    <a:pt x="509771" y="551328"/>
                    <a:pt x="516225" y="551328"/>
                  </a:cubicBezTo>
                  <a:close/>
                  <a:moveTo>
                    <a:pt x="370931" y="551328"/>
                  </a:moveTo>
                  <a:cubicBezTo>
                    <a:pt x="377385" y="551328"/>
                    <a:pt x="383301" y="553879"/>
                    <a:pt x="387469" y="558041"/>
                  </a:cubicBezTo>
                  <a:cubicBezTo>
                    <a:pt x="391772" y="562337"/>
                    <a:pt x="394461" y="568244"/>
                    <a:pt x="394461" y="574689"/>
                  </a:cubicBezTo>
                  <a:cubicBezTo>
                    <a:pt x="394461" y="587711"/>
                    <a:pt x="383973" y="598183"/>
                    <a:pt x="370931" y="598183"/>
                  </a:cubicBezTo>
                  <a:cubicBezTo>
                    <a:pt x="358023" y="598183"/>
                    <a:pt x="347535" y="587711"/>
                    <a:pt x="347535" y="574689"/>
                  </a:cubicBezTo>
                  <a:cubicBezTo>
                    <a:pt x="347535" y="568244"/>
                    <a:pt x="350224" y="562337"/>
                    <a:pt x="354527" y="558041"/>
                  </a:cubicBezTo>
                  <a:cubicBezTo>
                    <a:pt x="358695" y="553879"/>
                    <a:pt x="364611" y="551328"/>
                    <a:pt x="370931" y="551328"/>
                  </a:cubicBezTo>
                  <a:close/>
                  <a:moveTo>
                    <a:pt x="333679" y="410881"/>
                  </a:moveTo>
                  <a:lnTo>
                    <a:pt x="340938" y="432900"/>
                  </a:lnTo>
                  <a:cubicBezTo>
                    <a:pt x="341073" y="432900"/>
                    <a:pt x="341476" y="433034"/>
                    <a:pt x="341611" y="433169"/>
                  </a:cubicBezTo>
                  <a:lnTo>
                    <a:pt x="346316" y="433169"/>
                  </a:lnTo>
                  <a:lnTo>
                    <a:pt x="383553" y="433169"/>
                  </a:lnTo>
                  <a:lnTo>
                    <a:pt x="430604" y="433034"/>
                  </a:lnTo>
                  <a:lnTo>
                    <a:pt x="475369" y="433034"/>
                  </a:lnTo>
                  <a:lnTo>
                    <a:pt x="556565" y="433034"/>
                  </a:lnTo>
                  <a:lnTo>
                    <a:pt x="561405" y="410881"/>
                  </a:lnTo>
                  <a:lnTo>
                    <a:pt x="491366" y="410881"/>
                  </a:lnTo>
                  <a:lnTo>
                    <a:pt x="450499" y="410881"/>
                  </a:lnTo>
                  <a:lnTo>
                    <a:pt x="392694" y="410881"/>
                  </a:lnTo>
                  <a:lnTo>
                    <a:pt x="356936" y="410881"/>
                  </a:lnTo>
                  <a:close/>
                  <a:moveTo>
                    <a:pt x="161452" y="362303"/>
                  </a:moveTo>
                  <a:cubicBezTo>
                    <a:pt x="177987" y="431166"/>
                    <a:pt x="211327" y="482578"/>
                    <a:pt x="250446" y="494122"/>
                  </a:cubicBezTo>
                  <a:lnTo>
                    <a:pt x="250446" y="362303"/>
                  </a:lnTo>
                  <a:close/>
                  <a:moveTo>
                    <a:pt x="53907" y="362303"/>
                  </a:moveTo>
                  <a:cubicBezTo>
                    <a:pt x="78777" y="417474"/>
                    <a:pt x="124618" y="461235"/>
                    <a:pt x="181348" y="483652"/>
                  </a:cubicBezTo>
                  <a:cubicBezTo>
                    <a:pt x="156882" y="454120"/>
                    <a:pt x="137927" y="412104"/>
                    <a:pt x="127172" y="362303"/>
                  </a:cubicBezTo>
                  <a:close/>
                  <a:moveTo>
                    <a:pt x="315531" y="355698"/>
                  </a:moveTo>
                  <a:lnTo>
                    <a:pt x="317682" y="362277"/>
                  </a:lnTo>
                  <a:lnTo>
                    <a:pt x="322790" y="377852"/>
                  </a:lnTo>
                  <a:lnTo>
                    <a:pt x="368362" y="377852"/>
                  </a:lnTo>
                  <a:lnTo>
                    <a:pt x="402911" y="377852"/>
                  </a:lnTo>
                  <a:lnTo>
                    <a:pt x="472546" y="377852"/>
                  </a:lnTo>
                  <a:lnTo>
                    <a:pt x="509514" y="377852"/>
                  </a:lnTo>
                  <a:lnTo>
                    <a:pt x="568530" y="377852"/>
                  </a:lnTo>
                  <a:lnTo>
                    <a:pt x="573369" y="355698"/>
                  </a:lnTo>
                  <a:lnTo>
                    <a:pt x="518521" y="355698"/>
                  </a:lnTo>
                  <a:lnTo>
                    <a:pt x="513279" y="355698"/>
                  </a:lnTo>
                  <a:lnTo>
                    <a:pt x="483032" y="355698"/>
                  </a:lnTo>
                  <a:lnTo>
                    <a:pt x="408019" y="355698"/>
                  </a:lnTo>
                  <a:lnTo>
                    <a:pt x="374008" y="355698"/>
                  </a:lnTo>
                  <a:close/>
                  <a:moveTo>
                    <a:pt x="205298" y="286284"/>
                  </a:moveTo>
                  <a:lnTo>
                    <a:pt x="250467" y="286284"/>
                  </a:lnTo>
                  <a:lnTo>
                    <a:pt x="280982" y="286284"/>
                  </a:lnTo>
                  <a:cubicBezTo>
                    <a:pt x="281789" y="286284"/>
                    <a:pt x="282596" y="286552"/>
                    <a:pt x="283537" y="286687"/>
                  </a:cubicBezTo>
                  <a:cubicBezTo>
                    <a:pt x="289586" y="287761"/>
                    <a:pt x="294829" y="291923"/>
                    <a:pt x="296711" y="297830"/>
                  </a:cubicBezTo>
                  <a:lnTo>
                    <a:pt x="304508" y="322804"/>
                  </a:lnTo>
                  <a:cubicBezTo>
                    <a:pt x="304642" y="322804"/>
                    <a:pt x="304642" y="322669"/>
                    <a:pt x="304777" y="322669"/>
                  </a:cubicBezTo>
                  <a:lnTo>
                    <a:pt x="379654" y="322669"/>
                  </a:lnTo>
                  <a:lnTo>
                    <a:pt x="413262" y="322669"/>
                  </a:lnTo>
                  <a:lnTo>
                    <a:pt x="493652" y="322669"/>
                  </a:lnTo>
                  <a:lnTo>
                    <a:pt x="527932" y="322669"/>
                  </a:lnTo>
                  <a:lnTo>
                    <a:pt x="581838" y="322669"/>
                  </a:lnTo>
                  <a:cubicBezTo>
                    <a:pt x="590038" y="322669"/>
                    <a:pt x="597567" y="326160"/>
                    <a:pt x="602541" y="332336"/>
                  </a:cubicBezTo>
                  <a:cubicBezTo>
                    <a:pt x="607380" y="338512"/>
                    <a:pt x="609262" y="346568"/>
                    <a:pt x="607514" y="354624"/>
                  </a:cubicBezTo>
                  <a:lnTo>
                    <a:pt x="588425" y="441359"/>
                  </a:lnTo>
                  <a:cubicBezTo>
                    <a:pt x="585333" y="455456"/>
                    <a:pt x="572025" y="466063"/>
                    <a:pt x="557641" y="466063"/>
                  </a:cubicBezTo>
                  <a:lnTo>
                    <a:pt x="443912" y="466063"/>
                  </a:lnTo>
                  <a:lnTo>
                    <a:pt x="387855" y="466063"/>
                  </a:lnTo>
                  <a:lnTo>
                    <a:pt x="365539" y="466063"/>
                  </a:lnTo>
                  <a:lnTo>
                    <a:pt x="349542" y="466063"/>
                  </a:lnTo>
                  <a:lnTo>
                    <a:pt x="354382" y="481369"/>
                  </a:lnTo>
                  <a:lnTo>
                    <a:pt x="354785" y="482846"/>
                  </a:lnTo>
                  <a:lnTo>
                    <a:pt x="361103" y="502986"/>
                  </a:lnTo>
                  <a:lnTo>
                    <a:pt x="390140" y="502986"/>
                  </a:lnTo>
                  <a:lnTo>
                    <a:pt x="550381" y="502986"/>
                  </a:lnTo>
                  <a:cubicBezTo>
                    <a:pt x="559523" y="502986"/>
                    <a:pt x="566916" y="510370"/>
                    <a:pt x="566916" y="519500"/>
                  </a:cubicBezTo>
                  <a:cubicBezTo>
                    <a:pt x="566916" y="528630"/>
                    <a:pt x="559523" y="536015"/>
                    <a:pt x="550381" y="536015"/>
                  </a:cubicBezTo>
                  <a:lnTo>
                    <a:pt x="539896" y="536015"/>
                  </a:lnTo>
                  <a:cubicBezTo>
                    <a:pt x="533040" y="531853"/>
                    <a:pt x="524974" y="529302"/>
                    <a:pt x="516236" y="529302"/>
                  </a:cubicBezTo>
                  <a:cubicBezTo>
                    <a:pt x="507632" y="529302"/>
                    <a:pt x="499567" y="531853"/>
                    <a:pt x="492711" y="536015"/>
                  </a:cubicBezTo>
                  <a:lnTo>
                    <a:pt x="394576" y="536015"/>
                  </a:lnTo>
                  <a:cubicBezTo>
                    <a:pt x="387720" y="531853"/>
                    <a:pt x="379654" y="529302"/>
                    <a:pt x="371051" y="529302"/>
                  </a:cubicBezTo>
                  <a:cubicBezTo>
                    <a:pt x="362447" y="529302"/>
                    <a:pt x="354650" y="531718"/>
                    <a:pt x="347794" y="535880"/>
                  </a:cubicBezTo>
                  <a:cubicBezTo>
                    <a:pt x="341207" y="535343"/>
                    <a:pt x="335561" y="531047"/>
                    <a:pt x="333410" y="524737"/>
                  </a:cubicBezTo>
                  <a:cubicBezTo>
                    <a:pt x="333410" y="524602"/>
                    <a:pt x="333276" y="524602"/>
                    <a:pt x="333276" y="524468"/>
                  </a:cubicBezTo>
                  <a:lnTo>
                    <a:pt x="328033" y="507685"/>
                  </a:lnTo>
                  <a:lnTo>
                    <a:pt x="323328" y="492916"/>
                  </a:lnTo>
                  <a:lnTo>
                    <a:pt x="317144" y="473179"/>
                  </a:lnTo>
                  <a:lnTo>
                    <a:pt x="283537" y="366171"/>
                  </a:lnTo>
                  <a:lnTo>
                    <a:pt x="282327" y="362277"/>
                  </a:lnTo>
                  <a:lnTo>
                    <a:pt x="271841" y="329248"/>
                  </a:lnTo>
                  <a:lnTo>
                    <a:pt x="268749" y="319313"/>
                  </a:lnTo>
                  <a:lnTo>
                    <a:pt x="250467" y="319313"/>
                  </a:lnTo>
                  <a:lnTo>
                    <a:pt x="205298" y="319313"/>
                  </a:lnTo>
                  <a:cubicBezTo>
                    <a:pt x="196157" y="319313"/>
                    <a:pt x="188763" y="311928"/>
                    <a:pt x="188763" y="302798"/>
                  </a:cubicBezTo>
                  <a:cubicBezTo>
                    <a:pt x="188763" y="293668"/>
                    <a:pt x="196157" y="286284"/>
                    <a:pt x="205298" y="286284"/>
                  </a:cubicBezTo>
                  <a:close/>
                  <a:moveTo>
                    <a:pt x="41943" y="203770"/>
                  </a:moveTo>
                  <a:cubicBezTo>
                    <a:pt x="36297" y="223771"/>
                    <a:pt x="33070" y="244846"/>
                    <a:pt x="33070" y="266592"/>
                  </a:cubicBezTo>
                  <a:cubicBezTo>
                    <a:pt x="33070" y="288339"/>
                    <a:pt x="36297" y="309279"/>
                    <a:pt x="41943" y="329281"/>
                  </a:cubicBezTo>
                  <a:lnTo>
                    <a:pt x="121526" y="329281"/>
                  </a:lnTo>
                  <a:cubicBezTo>
                    <a:pt x="118838" y="309279"/>
                    <a:pt x="117359" y="288204"/>
                    <a:pt x="117359" y="266592"/>
                  </a:cubicBezTo>
                  <a:cubicBezTo>
                    <a:pt x="117359" y="244846"/>
                    <a:pt x="118838" y="223905"/>
                    <a:pt x="121526" y="203770"/>
                  </a:cubicBezTo>
                  <a:close/>
                  <a:moveTo>
                    <a:pt x="352614" y="49399"/>
                  </a:moveTo>
                  <a:cubicBezTo>
                    <a:pt x="376946" y="78930"/>
                    <a:pt x="395901" y="121081"/>
                    <a:pt x="406656" y="170882"/>
                  </a:cubicBezTo>
                  <a:lnTo>
                    <a:pt x="480055" y="170882"/>
                  </a:lnTo>
                  <a:cubicBezTo>
                    <a:pt x="455051" y="115577"/>
                    <a:pt x="409210" y="71816"/>
                    <a:pt x="352614" y="49399"/>
                  </a:cubicBezTo>
                  <a:close/>
                  <a:moveTo>
                    <a:pt x="181348" y="49399"/>
                  </a:moveTo>
                  <a:cubicBezTo>
                    <a:pt x="124618" y="71816"/>
                    <a:pt x="78777" y="115577"/>
                    <a:pt x="53907" y="170882"/>
                  </a:cubicBezTo>
                  <a:lnTo>
                    <a:pt x="127172" y="170882"/>
                  </a:lnTo>
                  <a:cubicBezTo>
                    <a:pt x="137927" y="121081"/>
                    <a:pt x="156882" y="78930"/>
                    <a:pt x="181348" y="49399"/>
                  </a:cubicBezTo>
                  <a:close/>
                  <a:moveTo>
                    <a:pt x="283516" y="39062"/>
                  </a:moveTo>
                  <a:lnTo>
                    <a:pt x="283516" y="170882"/>
                  </a:lnTo>
                  <a:lnTo>
                    <a:pt x="372376" y="170882"/>
                  </a:lnTo>
                  <a:cubicBezTo>
                    <a:pt x="355841" y="101885"/>
                    <a:pt x="322501" y="50607"/>
                    <a:pt x="283516" y="39062"/>
                  </a:cubicBezTo>
                  <a:close/>
                  <a:moveTo>
                    <a:pt x="250446" y="39062"/>
                  </a:moveTo>
                  <a:cubicBezTo>
                    <a:pt x="211327" y="50607"/>
                    <a:pt x="177987" y="101885"/>
                    <a:pt x="161452" y="170882"/>
                  </a:cubicBezTo>
                  <a:lnTo>
                    <a:pt x="250446" y="170882"/>
                  </a:lnTo>
                  <a:close/>
                  <a:moveTo>
                    <a:pt x="266981" y="0"/>
                  </a:moveTo>
                  <a:cubicBezTo>
                    <a:pt x="414318" y="0"/>
                    <a:pt x="533828" y="119336"/>
                    <a:pt x="533828" y="266592"/>
                  </a:cubicBezTo>
                  <a:cubicBezTo>
                    <a:pt x="533828" y="278137"/>
                    <a:pt x="533021" y="289547"/>
                    <a:pt x="531677" y="300688"/>
                  </a:cubicBezTo>
                  <a:lnTo>
                    <a:pt x="498069" y="300688"/>
                  </a:lnTo>
                  <a:cubicBezTo>
                    <a:pt x="499682" y="289547"/>
                    <a:pt x="500758" y="278137"/>
                    <a:pt x="500758" y="266592"/>
                  </a:cubicBezTo>
                  <a:cubicBezTo>
                    <a:pt x="500758" y="244846"/>
                    <a:pt x="497666" y="223771"/>
                    <a:pt x="492020" y="203770"/>
                  </a:cubicBezTo>
                  <a:lnTo>
                    <a:pt x="412436" y="203770"/>
                  </a:lnTo>
                  <a:cubicBezTo>
                    <a:pt x="415125" y="223905"/>
                    <a:pt x="416469" y="244846"/>
                    <a:pt x="416469" y="266592"/>
                  </a:cubicBezTo>
                  <a:cubicBezTo>
                    <a:pt x="416469" y="278137"/>
                    <a:pt x="416066" y="289547"/>
                    <a:pt x="415259" y="300688"/>
                  </a:cubicBezTo>
                  <a:lnTo>
                    <a:pt x="381920" y="300688"/>
                  </a:lnTo>
                  <a:cubicBezTo>
                    <a:pt x="382861" y="289547"/>
                    <a:pt x="383399" y="278137"/>
                    <a:pt x="383399" y="266592"/>
                  </a:cubicBezTo>
                  <a:cubicBezTo>
                    <a:pt x="383399" y="244846"/>
                    <a:pt x="381786" y="223905"/>
                    <a:pt x="378828" y="203770"/>
                  </a:cubicBezTo>
                  <a:lnTo>
                    <a:pt x="283516" y="203770"/>
                  </a:lnTo>
                  <a:lnTo>
                    <a:pt x="283516" y="264579"/>
                  </a:lnTo>
                  <a:cubicBezTo>
                    <a:pt x="282575" y="264445"/>
                    <a:pt x="281769" y="264310"/>
                    <a:pt x="280962" y="264310"/>
                  </a:cubicBezTo>
                  <a:lnTo>
                    <a:pt x="250446" y="264310"/>
                  </a:lnTo>
                  <a:lnTo>
                    <a:pt x="250446" y="203770"/>
                  </a:lnTo>
                  <a:lnTo>
                    <a:pt x="155134" y="203770"/>
                  </a:lnTo>
                  <a:cubicBezTo>
                    <a:pt x="152177" y="223905"/>
                    <a:pt x="150429" y="244846"/>
                    <a:pt x="150429" y="266592"/>
                  </a:cubicBezTo>
                  <a:cubicBezTo>
                    <a:pt x="150429" y="288204"/>
                    <a:pt x="152177" y="309279"/>
                    <a:pt x="155134" y="329281"/>
                  </a:cubicBezTo>
                  <a:lnTo>
                    <a:pt x="177315" y="329281"/>
                  </a:lnTo>
                  <a:cubicBezTo>
                    <a:pt x="184306" y="336664"/>
                    <a:pt x="194254" y="341362"/>
                    <a:pt x="205277" y="341362"/>
                  </a:cubicBezTo>
                  <a:lnTo>
                    <a:pt x="250446" y="341362"/>
                  </a:lnTo>
                  <a:lnTo>
                    <a:pt x="252597" y="341362"/>
                  </a:lnTo>
                  <a:lnTo>
                    <a:pt x="259184" y="362303"/>
                  </a:lnTo>
                  <a:lnTo>
                    <a:pt x="283516" y="439623"/>
                  </a:lnTo>
                  <a:lnTo>
                    <a:pt x="283516" y="494122"/>
                  </a:lnTo>
                  <a:cubicBezTo>
                    <a:pt x="288625" y="492512"/>
                    <a:pt x="293599" y="490364"/>
                    <a:pt x="298573" y="487545"/>
                  </a:cubicBezTo>
                  <a:lnTo>
                    <a:pt x="301530" y="497210"/>
                  </a:lnTo>
                  <a:lnTo>
                    <a:pt x="308655" y="519761"/>
                  </a:lnTo>
                  <a:lnTo>
                    <a:pt x="311613" y="529292"/>
                  </a:lnTo>
                  <a:cubicBezTo>
                    <a:pt x="297094" y="531708"/>
                    <a:pt x="282172" y="533051"/>
                    <a:pt x="266981" y="533051"/>
                  </a:cubicBezTo>
                  <a:cubicBezTo>
                    <a:pt x="119510" y="533051"/>
                    <a:pt x="0" y="413715"/>
                    <a:pt x="0" y="266592"/>
                  </a:cubicBezTo>
                  <a:cubicBezTo>
                    <a:pt x="0" y="119336"/>
                    <a:pt x="119510" y="0"/>
                    <a:pt x="26698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en-US" sz="2800" b="1">
                <a:solidFill>
                  <a:schemeClr val="bg1"/>
                </a:solidFill>
                <a:latin typeface="+mn-ea"/>
              </a:endParaRPr>
            </a:p>
          </p:txBody>
        </p:sp>
        <p:sp>
          <p:nvSpPr>
            <p:cNvPr id="24" name="ïṣļiḓe"/>
            <p:cNvSpPr/>
            <p:nvPr/>
          </p:nvSpPr>
          <p:spPr>
            <a:xfrm>
              <a:off x="5301878" y="4633487"/>
              <a:ext cx="338336" cy="332788"/>
            </a:xfrm>
            <a:custGeom>
              <a:avLst/>
              <a:gdLst>
                <a:gd name="connsiteX0" fmla="*/ 516225 w 608155"/>
                <a:gd name="connsiteY0" fmla="*/ 551328 h 598183"/>
                <a:gd name="connsiteX1" fmla="*/ 532763 w 608155"/>
                <a:gd name="connsiteY1" fmla="*/ 558041 h 598183"/>
                <a:gd name="connsiteX2" fmla="*/ 539755 w 608155"/>
                <a:gd name="connsiteY2" fmla="*/ 574689 h 598183"/>
                <a:gd name="connsiteX3" fmla="*/ 516225 w 608155"/>
                <a:gd name="connsiteY3" fmla="*/ 598183 h 598183"/>
                <a:gd name="connsiteX4" fmla="*/ 492829 w 608155"/>
                <a:gd name="connsiteY4" fmla="*/ 574689 h 598183"/>
                <a:gd name="connsiteX5" fmla="*/ 499821 w 608155"/>
                <a:gd name="connsiteY5" fmla="*/ 558041 h 598183"/>
                <a:gd name="connsiteX6" fmla="*/ 516225 w 608155"/>
                <a:gd name="connsiteY6" fmla="*/ 551328 h 598183"/>
                <a:gd name="connsiteX7" fmla="*/ 370931 w 608155"/>
                <a:gd name="connsiteY7" fmla="*/ 551328 h 598183"/>
                <a:gd name="connsiteX8" fmla="*/ 387469 w 608155"/>
                <a:gd name="connsiteY8" fmla="*/ 558041 h 598183"/>
                <a:gd name="connsiteX9" fmla="*/ 394461 w 608155"/>
                <a:gd name="connsiteY9" fmla="*/ 574689 h 598183"/>
                <a:gd name="connsiteX10" fmla="*/ 370931 w 608155"/>
                <a:gd name="connsiteY10" fmla="*/ 598183 h 598183"/>
                <a:gd name="connsiteX11" fmla="*/ 347535 w 608155"/>
                <a:gd name="connsiteY11" fmla="*/ 574689 h 598183"/>
                <a:gd name="connsiteX12" fmla="*/ 354527 w 608155"/>
                <a:gd name="connsiteY12" fmla="*/ 558041 h 598183"/>
                <a:gd name="connsiteX13" fmla="*/ 370931 w 608155"/>
                <a:gd name="connsiteY13" fmla="*/ 551328 h 598183"/>
                <a:gd name="connsiteX14" fmla="*/ 333679 w 608155"/>
                <a:gd name="connsiteY14" fmla="*/ 410881 h 598183"/>
                <a:gd name="connsiteX15" fmla="*/ 340938 w 608155"/>
                <a:gd name="connsiteY15" fmla="*/ 432900 h 598183"/>
                <a:gd name="connsiteX16" fmla="*/ 341611 w 608155"/>
                <a:gd name="connsiteY16" fmla="*/ 433169 h 598183"/>
                <a:gd name="connsiteX17" fmla="*/ 346316 w 608155"/>
                <a:gd name="connsiteY17" fmla="*/ 433169 h 598183"/>
                <a:gd name="connsiteX18" fmla="*/ 383553 w 608155"/>
                <a:gd name="connsiteY18" fmla="*/ 433169 h 598183"/>
                <a:gd name="connsiteX19" fmla="*/ 430604 w 608155"/>
                <a:gd name="connsiteY19" fmla="*/ 433034 h 598183"/>
                <a:gd name="connsiteX20" fmla="*/ 475369 w 608155"/>
                <a:gd name="connsiteY20" fmla="*/ 433034 h 598183"/>
                <a:gd name="connsiteX21" fmla="*/ 556565 w 608155"/>
                <a:gd name="connsiteY21" fmla="*/ 433034 h 598183"/>
                <a:gd name="connsiteX22" fmla="*/ 561405 w 608155"/>
                <a:gd name="connsiteY22" fmla="*/ 410881 h 598183"/>
                <a:gd name="connsiteX23" fmla="*/ 491366 w 608155"/>
                <a:gd name="connsiteY23" fmla="*/ 410881 h 598183"/>
                <a:gd name="connsiteX24" fmla="*/ 450499 w 608155"/>
                <a:gd name="connsiteY24" fmla="*/ 410881 h 598183"/>
                <a:gd name="connsiteX25" fmla="*/ 392694 w 608155"/>
                <a:gd name="connsiteY25" fmla="*/ 410881 h 598183"/>
                <a:gd name="connsiteX26" fmla="*/ 356936 w 608155"/>
                <a:gd name="connsiteY26" fmla="*/ 410881 h 598183"/>
                <a:gd name="connsiteX27" fmla="*/ 161452 w 608155"/>
                <a:gd name="connsiteY27" fmla="*/ 362303 h 598183"/>
                <a:gd name="connsiteX28" fmla="*/ 250446 w 608155"/>
                <a:gd name="connsiteY28" fmla="*/ 494122 h 598183"/>
                <a:gd name="connsiteX29" fmla="*/ 250446 w 608155"/>
                <a:gd name="connsiteY29" fmla="*/ 362303 h 598183"/>
                <a:gd name="connsiteX30" fmla="*/ 53907 w 608155"/>
                <a:gd name="connsiteY30" fmla="*/ 362303 h 598183"/>
                <a:gd name="connsiteX31" fmla="*/ 181348 w 608155"/>
                <a:gd name="connsiteY31" fmla="*/ 483652 h 598183"/>
                <a:gd name="connsiteX32" fmla="*/ 127172 w 608155"/>
                <a:gd name="connsiteY32" fmla="*/ 362303 h 598183"/>
                <a:gd name="connsiteX33" fmla="*/ 315531 w 608155"/>
                <a:gd name="connsiteY33" fmla="*/ 355698 h 598183"/>
                <a:gd name="connsiteX34" fmla="*/ 317682 w 608155"/>
                <a:gd name="connsiteY34" fmla="*/ 362277 h 598183"/>
                <a:gd name="connsiteX35" fmla="*/ 322790 w 608155"/>
                <a:gd name="connsiteY35" fmla="*/ 377852 h 598183"/>
                <a:gd name="connsiteX36" fmla="*/ 368362 w 608155"/>
                <a:gd name="connsiteY36" fmla="*/ 377852 h 598183"/>
                <a:gd name="connsiteX37" fmla="*/ 402911 w 608155"/>
                <a:gd name="connsiteY37" fmla="*/ 377852 h 598183"/>
                <a:gd name="connsiteX38" fmla="*/ 472546 w 608155"/>
                <a:gd name="connsiteY38" fmla="*/ 377852 h 598183"/>
                <a:gd name="connsiteX39" fmla="*/ 509514 w 608155"/>
                <a:gd name="connsiteY39" fmla="*/ 377852 h 598183"/>
                <a:gd name="connsiteX40" fmla="*/ 568530 w 608155"/>
                <a:gd name="connsiteY40" fmla="*/ 377852 h 598183"/>
                <a:gd name="connsiteX41" fmla="*/ 573369 w 608155"/>
                <a:gd name="connsiteY41" fmla="*/ 355698 h 598183"/>
                <a:gd name="connsiteX42" fmla="*/ 518521 w 608155"/>
                <a:gd name="connsiteY42" fmla="*/ 355698 h 598183"/>
                <a:gd name="connsiteX43" fmla="*/ 513279 w 608155"/>
                <a:gd name="connsiteY43" fmla="*/ 355698 h 598183"/>
                <a:gd name="connsiteX44" fmla="*/ 483032 w 608155"/>
                <a:gd name="connsiteY44" fmla="*/ 355698 h 598183"/>
                <a:gd name="connsiteX45" fmla="*/ 408019 w 608155"/>
                <a:gd name="connsiteY45" fmla="*/ 355698 h 598183"/>
                <a:gd name="connsiteX46" fmla="*/ 374008 w 608155"/>
                <a:gd name="connsiteY46" fmla="*/ 355698 h 598183"/>
                <a:gd name="connsiteX47" fmla="*/ 205298 w 608155"/>
                <a:gd name="connsiteY47" fmla="*/ 286284 h 598183"/>
                <a:gd name="connsiteX48" fmla="*/ 250467 w 608155"/>
                <a:gd name="connsiteY48" fmla="*/ 286284 h 598183"/>
                <a:gd name="connsiteX49" fmla="*/ 280982 w 608155"/>
                <a:gd name="connsiteY49" fmla="*/ 286284 h 598183"/>
                <a:gd name="connsiteX50" fmla="*/ 283537 w 608155"/>
                <a:gd name="connsiteY50" fmla="*/ 286687 h 598183"/>
                <a:gd name="connsiteX51" fmla="*/ 296711 w 608155"/>
                <a:gd name="connsiteY51" fmla="*/ 297830 h 598183"/>
                <a:gd name="connsiteX52" fmla="*/ 304508 w 608155"/>
                <a:gd name="connsiteY52" fmla="*/ 322804 h 598183"/>
                <a:gd name="connsiteX53" fmla="*/ 304777 w 608155"/>
                <a:gd name="connsiteY53" fmla="*/ 322669 h 598183"/>
                <a:gd name="connsiteX54" fmla="*/ 379654 w 608155"/>
                <a:gd name="connsiteY54" fmla="*/ 322669 h 598183"/>
                <a:gd name="connsiteX55" fmla="*/ 413262 w 608155"/>
                <a:gd name="connsiteY55" fmla="*/ 322669 h 598183"/>
                <a:gd name="connsiteX56" fmla="*/ 493652 w 608155"/>
                <a:gd name="connsiteY56" fmla="*/ 322669 h 598183"/>
                <a:gd name="connsiteX57" fmla="*/ 527932 w 608155"/>
                <a:gd name="connsiteY57" fmla="*/ 322669 h 598183"/>
                <a:gd name="connsiteX58" fmla="*/ 581838 w 608155"/>
                <a:gd name="connsiteY58" fmla="*/ 322669 h 598183"/>
                <a:gd name="connsiteX59" fmla="*/ 602541 w 608155"/>
                <a:gd name="connsiteY59" fmla="*/ 332336 h 598183"/>
                <a:gd name="connsiteX60" fmla="*/ 607514 w 608155"/>
                <a:gd name="connsiteY60" fmla="*/ 354624 h 598183"/>
                <a:gd name="connsiteX61" fmla="*/ 588425 w 608155"/>
                <a:gd name="connsiteY61" fmla="*/ 441359 h 598183"/>
                <a:gd name="connsiteX62" fmla="*/ 557641 w 608155"/>
                <a:gd name="connsiteY62" fmla="*/ 466063 h 598183"/>
                <a:gd name="connsiteX63" fmla="*/ 443912 w 608155"/>
                <a:gd name="connsiteY63" fmla="*/ 466063 h 598183"/>
                <a:gd name="connsiteX64" fmla="*/ 387855 w 608155"/>
                <a:gd name="connsiteY64" fmla="*/ 466063 h 598183"/>
                <a:gd name="connsiteX65" fmla="*/ 365539 w 608155"/>
                <a:gd name="connsiteY65" fmla="*/ 466063 h 598183"/>
                <a:gd name="connsiteX66" fmla="*/ 349542 w 608155"/>
                <a:gd name="connsiteY66" fmla="*/ 466063 h 598183"/>
                <a:gd name="connsiteX67" fmla="*/ 354382 w 608155"/>
                <a:gd name="connsiteY67" fmla="*/ 481369 h 598183"/>
                <a:gd name="connsiteX68" fmla="*/ 354785 w 608155"/>
                <a:gd name="connsiteY68" fmla="*/ 482846 h 598183"/>
                <a:gd name="connsiteX69" fmla="*/ 361103 w 608155"/>
                <a:gd name="connsiteY69" fmla="*/ 502986 h 598183"/>
                <a:gd name="connsiteX70" fmla="*/ 390140 w 608155"/>
                <a:gd name="connsiteY70" fmla="*/ 502986 h 598183"/>
                <a:gd name="connsiteX71" fmla="*/ 550381 w 608155"/>
                <a:gd name="connsiteY71" fmla="*/ 502986 h 598183"/>
                <a:gd name="connsiteX72" fmla="*/ 566916 w 608155"/>
                <a:gd name="connsiteY72" fmla="*/ 519500 h 598183"/>
                <a:gd name="connsiteX73" fmla="*/ 550381 w 608155"/>
                <a:gd name="connsiteY73" fmla="*/ 536015 h 598183"/>
                <a:gd name="connsiteX74" fmla="*/ 539896 w 608155"/>
                <a:gd name="connsiteY74" fmla="*/ 536015 h 598183"/>
                <a:gd name="connsiteX75" fmla="*/ 516236 w 608155"/>
                <a:gd name="connsiteY75" fmla="*/ 529302 h 598183"/>
                <a:gd name="connsiteX76" fmla="*/ 492711 w 608155"/>
                <a:gd name="connsiteY76" fmla="*/ 536015 h 598183"/>
                <a:gd name="connsiteX77" fmla="*/ 394576 w 608155"/>
                <a:gd name="connsiteY77" fmla="*/ 536015 h 598183"/>
                <a:gd name="connsiteX78" fmla="*/ 371051 w 608155"/>
                <a:gd name="connsiteY78" fmla="*/ 529302 h 598183"/>
                <a:gd name="connsiteX79" fmla="*/ 347794 w 608155"/>
                <a:gd name="connsiteY79" fmla="*/ 535880 h 598183"/>
                <a:gd name="connsiteX80" fmla="*/ 333410 w 608155"/>
                <a:gd name="connsiteY80" fmla="*/ 524737 h 598183"/>
                <a:gd name="connsiteX81" fmla="*/ 333276 w 608155"/>
                <a:gd name="connsiteY81" fmla="*/ 524468 h 598183"/>
                <a:gd name="connsiteX82" fmla="*/ 328033 w 608155"/>
                <a:gd name="connsiteY82" fmla="*/ 507685 h 598183"/>
                <a:gd name="connsiteX83" fmla="*/ 323328 w 608155"/>
                <a:gd name="connsiteY83" fmla="*/ 492916 h 598183"/>
                <a:gd name="connsiteX84" fmla="*/ 317144 w 608155"/>
                <a:gd name="connsiteY84" fmla="*/ 473179 h 598183"/>
                <a:gd name="connsiteX85" fmla="*/ 283537 w 608155"/>
                <a:gd name="connsiteY85" fmla="*/ 366171 h 598183"/>
                <a:gd name="connsiteX86" fmla="*/ 282327 w 608155"/>
                <a:gd name="connsiteY86" fmla="*/ 362277 h 598183"/>
                <a:gd name="connsiteX87" fmla="*/ 271841 w 608155"/>
                <a:gd name="connsiteY87" fmla="*/ 329248 h 598183"/>
                <a:gd name="connsiteX88" fmla="*/ 268749 w 608155"/>
                <a:gd name="connsiteY88" fmla="*/ 319313 h 598183"/>
                <a:gd name="connsiteX89" fmla="*/ 250467 w 608155"/>
                <a:gd name="connsiteY89" fmla="*/ 319313 h 598183"/>
                <a:gd name="connsiteX90" fmla="*/ 205298 w 608155"/>
                <a:gd name="connsiteY90" fmla="*/ 319313 h 598183"/>
                <a:gd name="connsiteX91" fmla="*/ 188763 w 608155"/>
                <a:gd name="connsiteY91" fmla="*/ 302798 h 598183"/>
                <a:gd name="connsiteX92" fmla="*/ 205298 w 608155"/>
                <a:gd name="connsiteY92" fmla="*/ 286284 h 598183"/>
                <a:gd name="connsiteX93" fmla="*/ 41943 w 608155"/>
                <a:gd name="connsiteY93" fmla="*/ 203770 h 598183"/>
                <a:gd name="connsiteX94" fmla="*/ 33070 w 608155"/>
                <a:gd name="connsiteY94" fmla="*/ 266592 h 598183"/>
                <a:gd name="connsiteX95" fmla="*/ 41943 w 608155"/>
                <a:gd name="connsiteY95" fmla="*/ 329281 h 598183"/>
                <a:gd name="connsiteX96" fmla="*/ 121526 w 608155"/>
                <a:gd name="connsiteY96" fmla="*/ 329281 h 598183"/>
                <a:gd name="connsiteX97" fmla="*/ 117359 w 608155"/>
                <a:gd name="connsiteY97" fmla="*/ 266592 h 598183"/>
                <a:gd name="connsiteX98" fmla="*/ 121526 w 608155"/>
                <a:gd name="connsiteY98" fmla="*/ 203770 h 598183"/>
                <a:gd name="connsiteX99" fmla="*/ 352614 w 608155"/>
                <a:gd name="connsiteY99" fmla="*/ 49399 h 598183"/>
                <a:gd name="connsiteX100" fmla="*/ 406656 w 608155"/>
                <a:gd name="connsiteY100" fmla="*/ 170882 h 598183"/>
                <a:gd name="connsiteX101" fmla="*/ 480055 w 608155"/>
                <a:gd name="connsiteY101" fmla="*/ 170882 h 598183"/>
                <a:gd name="connsiteX102" fmla="*/ 352614 w 608155"/>
                <a:gd name="connsiteY102" fmla="*/ 49399 h 598183"/>
                <a:gd name="connsiteX103" fmla="*/ 181348 w 608155"/>
                <a:gd name="connsiteY103" fmla="*/ 49399 h 598183"/>
                <a:gd name="connsiteX104" fmla="*/ 53907 w 608155"/>
                <a:gd name="connsiteY104" fmla="*/ 170882 h 598183"/>
                <a:gd name="connsiteX105" fmla="*/ 127172 w 608155"/>
                <a:gd name="connsiteY105" fmla="*/ 170882 h 598183"/>
                <a:gd name="connsiteX106" fmla="*/ 181348 w 608155"/>
                <a:gd name="connsiteY106" fmla="*/ 49399 h 598183"/>
                <a:gd name="connsiteX107" fmla="*/ 283516 w 608155"/>
                <a:gd name="connsiteY107" fmla="*/ 39062 h 598183"/>
                <a:gd name="connsiteX108" fmla="*/ 283516 w 608155"/>
                <a:gd name="connsiteY108" fmla="*/ 170882 h 598183"/>
                <a:gd name="connsiteX109" fmla="*/ 372376 w 608155"/>
                <a:gd name="connsiteY109" fmla="*/ 170882 h 598183"/>
                <a:gd name="connsiteX110" fmla="*/ 283516 w 608155"/>
                <a:gd name="connsiteY110" fmla="*/ 39062 h 598183"/>
                <a:gd name="connsiteX111" fmla="*/ 250446 w 608155"/>
                <a:gd name="connsiteY111" fmla="*/ 39062 h 598183"/>
                <a:gd name="connsiteX112" fmla="*/ 161452 w 608155"/>
                <a:gd name="connsiteY112" fmla="*/ 170882 h 598183"/>
                <a:gd name="connsiteX113" fmla="*/ 250446 w 608155"/>
                <a:gd name="connsiteY113" fmla="*/ 170882 h 598183"/>
                <a:gd name="connsiteX114" fmla="*/ 266981 w 608155"/>
                <a:gd name="connsiteY114" fmla="*/ 0 h 598183"/>
                <a:gd name="connsiteX115" fmla="*/ 533828 w 608155"/>
                <a:gd name="connsiteY115" fmla="*/ 266592 h 598183"/>
                <a:gd name="connsiteX116" fmla="*/ 531677 w 608155"/>
                <a:gd name="connsiteY116" fmla="*/ 300688 h 598183"/>
                <a:gd name="connsiteX117" fmla="*/ 498069 w 608155"/>
                <a:gd name="connsiteY117" fmla="*/ 300688 h 598183"/>
                <a:gd name="connsiteX118" fmla="*/ 500758 w 608155"/>
                <a:gd name="connsiteY118" fmla="*/ 266592 h 598183"/>
                <a:gd name="connsiteX119" fmla="*/ 492020 w 608155"/>
                <a:gd name="connsiteY119" fmla="*/ 203770 h 598183"/>
                <a:gd name="connsiteX120" fmla="*/ 412436 w 608155"/>
                <a:gd name="connsiteY120" fmla="*/ 203770 h 598183"/>
                <a:gd name="connsiteX121" fmla="*/ 416469 w 608155"/>
                <a:gd name="connsiteY121" fmla="*/ 266592 h 598183"/>
                <a:gd name="connsiteX122" fmla="*/ 415259 w 608155"/>
                <a:gd name="connsiteY122" fmla="*/ 300688 h 598183"/>
                <a:gd name="connsiteX123" fmla="*/ 381920 w 608155"/>
                <a:gd name="connsiteY123" fmla="*/ 300688 h 598183"/>
                <a:gd name="connsiteX124" fmla="*/ 383399 w 608155"/>
                <a:gd name="connsiteY124" fmla="*/ 266592 h 598183"/>
                <a:gd name="connsiteX125" fmla="*/ 378828 w 608155"/>
                <a:gd name="connsiteY125" fmla="*/ 203770 h 598183"/>
                <a:gd name="connsiteX126" fmla="*/ 283516 w 608155"/>
                <a:gd name="connsiteY126" fmla="*/ 203770 h 598183"/>
                <a:gd name="connsiteX127" fmla="*/ 283516 w 608155"/>
                <a:gd name="connsiteY127" fmla="*/ 264579 h 598183"/>
                <a:gd name="connsiteX128" fmla="*/ 280962 w 608155"/>
                <a:gd name="connsiteY128" fmla="*/ 264310 h 598183"/>
                <a:gd name="connsiteX129" fmla="*/ 250446 w 608155"/>
                <a:gd name="connsiteY129" fmla="*/ 264310 h 598183"/>
                <a:gd name="connsiteX130" fmla="*/ 250446 w 608155"/>
                <a:gd name="connsiteY130" fmla="*/ 203770 h 598183"/>
                <a:gd name="connsiteX131" fmla="*/ 155134 w 608155"/>
                <a:gd name="connsiteY131" fmla="*/ 203770 h 598183"/>
                <a:gd name="connsiteX132" fmla="*/ 150429 w 608155"/>
                <a:gd name="connsiteY132" fmla="*/ 266592 h 598183"/>
                <a:gd name="connsiteX133" fmla="*/ 155134 w 608155"/>
                <a:gd name="connsiteY133" fmla="*/ 329281 h 598183"/>
                <a:gd name="connsiteX134" fmla="*/ 177315 w 608155"/>
                <a:gd name="connsiteY134" fmla="*/ 329281 h 598183"/>
                <a:gd name="connsiteX135" fmla="*/ 205277 w 608155"/>
                <a:gd name="connsiteY135" fmla="*/ 341362 h 598183"/>
                <a:gd name="connsiteX136" fmla="*/ 250446 w 608155"/>
                <a:gd name="connsiteY136" fmla="*/ 341362 h 598183"/>
                <a:gd name="connsiteX137" fmla="*/ 252597 w 608155"/>
                <a:gd name="connsiteY137" fmla="*/ 341362 h 598183"/>
                <a:gd name="connsiteX138" fmla="*/ 259184 w 608155"/>
                <a:gd name="connsiteY138" fmla="*/ 362303 h 598183"/>
                <a:gd name="connsiteX139" fmla="*/ 283516 w 608155"/>
                <a:gd name="connsiteY139" fmla="*/ 439623 h 598183"/>
                <a:gd name="connsiteX140" fmla="*/ 283516 w 608155"/>
                <a:gd name="connsiteY140" fmla="*/ 494122 h 598183"/>
                <a:gd name="connsiteX141" fmla="*/ 298573 w 608155"/>
                <a:gd name="connsiteY141" fmla="*/ 487545 h 598183"/>
                <a:gd name="connsiteX142" fmla="*/ 301530 w 608155"/>
                <a:gd name="connsiteY142" fmla="*/ 497210 h 598183"/>
                <a:gd name="connsiteX143" fmla="*/ 308655 w 608155"/>
                <a:gd name="connsiteY143" fmla="*/ 519761 h 598183"/>
                <a:gd name="connsiteX144" fmla="*/ 311613 w 608155"/>
                <a:gd name="connsiteY144" fmla="*/ 529292 h 598183"/>
                <a:gd name="connsiteX145" fmla="*/ 266981 w 608155"/>
                <a:gd name="connsiteY145" fmla="*/ 533051 h 598183"/>
                <a:gd name="connsiteX146" fmla="*/ 0 w 608155"/>
                <a:gd name="connsiteY146" fmla="*/ 266592 h 598183"/>
                <a:gd name="connsiteX147" fmla="*/ 266981 w 608155"/>
                <a:gd name="connsiteY147" fmla="*/ 0 h 598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Lst>
              <a:rect l="l" t="t" r="r" b="b"/>
              <a:pathLst>
                <a:path w="608155" h="598183">
                  <a:moveTo>
                    <a:pt x="516225" y="551328"/>
                  </a:moveTo>
                  <a:cubicBezTo>
                    <a:pt x="522679" y="551328"/>
                    <a:pt x="528461" y="553879"/>
                    <a:pt x="532763" y="558041"/>
                  </a:cubicBezTo>
                  <a:cubicBezTo>
                    <a:pt x="537066" y="562337"/>
                    <a:pt x="539755" y="568244"/>
                    <a:pt x="539755" y="574689"/>
                  </a:cubicBezTo>
                  <a:cubicBezTo>
                    <a:pt x="539755" y="587711"/>
                    <a:pt x="529267" y="598183"/>
                    <a:pt x="516225" y="598183"/>
                  </a:cubicBezTo>
                  <a:cubicBezTo>
                    <a:pt x="503317" y="598183"/>
                    <a:pt x="492829" y="587711"/>
                    <a:pt x="492829" y="574689"/>
                  </a:cubicBezTo>
                  <a:cubicBezTo>
                    <a:pt x="492829" y="568244"/>
                    <a:pt x="495518" y="562337"/>
                    <a:pt x="499821" y="558041"/>
                  </a:cubicBezTo>
                  <a:cubicBezTo>
                    <a:pt x="503989" y="553879"/>
                    <a:pt x="509771" y="551328"/>
                    <a:pt x="516225" y="551328"/>
                  </a:cubicBezTo>
                  <a:close/>
                  <a:moveTo>
                    <a:pt x="370931" y="551328"/>
                  </a:moveTo>
                  <a:cubicBezTo>
                    <a:pt x="377385" y="551328"/>
                    <a:pt x="383301" y="553879"/>
                    <a:pt x="387469" y="558041"/>
                  </a:cubicBezTo>
                  <a:cubicBezTo>
                    <a:pt x="391772" y="562337"/>
                    <a:pt x="394461" y="568244"/>
                    <a:pt x="394461" y="574689"/>
                  </a:cubicBezTo>
                  <a:cubicBezTo>
                    <a:pt x="394461" y="587711"/>
                    <a:pt x="383973" y="598183"/>
                    <a:pt x="370931" y="598183"/>
                  </a:cubicBezTo>
                  <a:cubicBezTo>
                    <a:pt x="358023" y="598183"/>
                    <a:pt x="347535" y="587711"/>
                    <a:pt x="347535" y="574689"/>
                  </a:cubicBezTo>
                  <a:cubicBezTo>
                    <a:pt x="347535" y="568244"/>
                    <a:pt x="350224" y="562337"/>
                    <a:pt x="354527" y="558041"/>
                  </a:cubicBezTo>
                  <a:cubicBezTo>
                    <a:pt x="358695" y="553879"/>
                    <a:pt x="364611" y="551328"/>
                    <a:pt x="370931" y="551328"/>
                  </a:cubicBezTo>
                  <a:close/>
                  <a:moveTo>
                    <a:pt x="333679" y="410881"/>
                  </a:moveTo>
                  <a:lnTo>
                    <a:pt x="340938" y="432900"/>
                  </a:lnTo>
                  <a:cubicBezTo>
                    <a:pt x="341073" y="432900"/>
                    <a:pt x="341476" y="433034"/>
                    <a:pt x="341611" y="433169"/>
                  </a:cubicBezTo>
                  <a:lnTo>
                    <a:pt x="346316" y="433169"/>
                  </a:lnTo>
                  <a:lnTo>
                    <a:pt x="383553" y="433169"/>
                  </a:lnTo>
                  <a:lnTo>
                    <a:pt x="430604" y="433034"/>
                  </a:lnTo>
                  <a:lnTo>
                    <a:pt x="475369" y="433034"/>
                  </a:lnTo>
                  <a:lnTo>
                    <a:pt x="556565" y="433034"/>
                  </a:lnTo>
                  <a:lnTo>
                    <a:pt x="561405" y="410881"/>
                  </a:lnTo>
                  <a:lnTo>
                    <a:pt x="491366" y="410881"/>
                  </a:lnTo>
                  <a:lnTo>
                    <a:pt x="450499" y="410881"/>
                  </a:lnTo>
                  <a:lnTo>
                    <a:pt x="392694" y="410881"/>
                  </a:lnTo>
                  <a:lnTo>
                    <a:pt x="356936" y="410881"/>
                  </a:lnTo>
                  <a:close/>
                  <a:moveTo>
                    <a:pt x="161452" y="362303"/>
                  </a:moveTo>
                  <a:cubicBezTo>
                    <a:pt x="177987" y="431166"/>
                    <a:pt x="211327" y="482578"/>
                    <a:pt x="250446" y="494122"/>
                  </a:cubicBezTo>
                  <a:lnTo>
                    <a:pt x="250446" y="362303"/>
                  </a:lnTo>
                  <a:close/>
                  <a:moveTo>
                    <a:pt x="53907" y="362303"/>
                  </a:moveTo>
                  <a:cubicBezTo>
                    <a:pt x="78777" y="417474"/>
                    <a:pt x="124618" y="461235"/>
                    <a:pt x="181348" y="483652"/>
                  </a:cubicBezTo>
                  <a:cubicBezTo>
                    <a:pt x="156882" y="454120"/>
                    <a:pt x="137927" y="412104"/>
                    <a:pt x="127172" y="362303"/>
                  </a:cubicBezTo>
                  <a:close/>
                  <a:moveTo>
                    <a:pt x="315531" y="355698"/>
                  </a:moveTo>
                  <a:lnTo>
                    <a:pt x="317682" y="362277"/>
                  </a:lnTo>
                  <a:lnTo>
                    <a:pt x="322790" y="377852"/>
                  </a:lnTo>
                  <a:lnTo>
                    <a:pt x="368362" y="377852"/>
                  </a:lnTo>
                  <a:lnTo>
                    <a:pt x="402911" y="377852"/>
                  </a:lnTo>
                  <a:lnTo>
                    <a:pt x="472546" y="377852"/>
                  </a:lnTo>
                  <a:lnTo>
                    <a:pt x="509514" y="377852"/>
                  </a:lnTo>
                  <a:lnTo>
                    <a:pt x="568530" y="377852"/>
                  </a:lnTo>
                  <a:lnTo>
                    <a:pt x="573369" y="355698"/>
                  </a:lnTo>
                  <a:lnTo>
                    <a:pt x="518521" y="355698"/>
                  </a:lnTo>
                  <a:lnTo>
                    <a:pt x="513279" y="355698"/>
                  </a:lnTo>
                  <a:lnTo>
                    <a:pt x="483032" y="355698"/>
                  </a:lnTo>
                  <a:lnTo>
                    <a:pt x="408019" y="355698"/>
                  </a:lnTo>
                  <a:lnTo>
                    <a:pt x="374008" y="355698"/>
                  </a:lnTo>
                  <a:close/>
                  <a:moveTo>
                    <a:pt x="205298" y="286284"/>
                  </a:moveTo>
                  <a:lnTo>
                    <a:pt x="250467" y="286284"/>
                  </a:lnTo>
                  <a:lnTo>
                    <a:pt x="280982" y="286284"/>
                  </a:lnTo>
                  <a:cubicBezTo>
                    <a:pt x="281789" y="286284"/>
                    <a:pt x="282596" y="286552"/>
                    <a:pt x="283537" y="286687"/>
                  </a:cubicBezTo>
                  <a:cubicBezTo>
                    <a:pt x="289586" y="287761"/>
                    <a:pt x="294829" y="291923"/>
                    <a:pt x="296711" y="297830"/>
                  </a:cubicBezTo>
                  <a:lnTo>
                    <a:pt x="304508" y="322804"/>
                  </a:lnTo>
                  <a:cubicBezTo>
                    <a:pt x="304642" y="322804"/>
                    <a:pt x="304642" y="322669"/>
                    <a:pt x="304777" y="322669"/>
                  </a:cubicBezTo>
                  <a:lnTo>
                    <a:pt x="379654" y="322669"/>
                  </a:lnTo>
                  <a:lnTo>
                    <a:pt x="413262" y="322669"/>
                  </a:lnTo>
                  <a:lnTo>
                    <a:pt x="493652" y="322669"/>
                  </a:lnTo>
                  <a:lnTo>
                    <a:pt x="527932" y="322669"/>
                  </a:lnTo>
                  <a:lnTo>
                    <a:pt x="581838" y="322669"/>
                  </a:lnTo>
                  <a:cubicBezTo>
                    <a:pt x="590038" y="322669"/>
                    <a:pt x="597567" y="326160"/>
                    <a:pt x="602541" y="332336"/>
                  </a:cubicBezTo>
                  <a:cubicBezTo>
                    <a:pt x="607380" y="338512"/>
                    <a:pt x="609262" y="346568"/>
                    <a:pt x="607514" y="354624"/>
                  </a:cubicBezTo>
                  <a:lnTo>
                    <a:pt x="588425" y="441359"/>
                  </a:lnTo>
                  <a:cubicBezTo>
                    <a:pt x="585333" y="455456"/>
                    <a:pt x="572025" y="466063"/>
                    <a:pt x="557641" y="466063"/>
                  </a:cubicBezTo>
                  <a:lnTo>
                    <a:pt x="443912" y="466063"/>
                  </a:lnTo>
                  <a:lnTo>
                    <a:pt x="387855" y="466063"/>
                  </a:lnTo>
                  <a:lnTo>
                    <a:pt x="365539" y="466063"/>
                  </a:lnTo>
                  <a:lnTo>
                    <a:pt x="349542" y="466063"/>
                  </a:lnTo>
                  <a:lnTo>
                    <a:pt x="354382" y="481369"/>
                  </a:lnTo>
                  <a:lnTo>
                    <a:pt x="354785" y="482846"/>
                  </a:lnTo>
                  <a:lnTo>
                    <a:pt x="361103" y="502986"/>
                  </a:lnTo>
                  <a:lnTo>
                    <a:pt x="390140" y="502986"/>
                  </a:lnTo>
                  <a:lnTo>
                    <a:pt x="550381" y="502986"/>
                  </a:lnTo>
                  <a:cubicBezTo>
                    <a:pt x="559523" y="502986"/>
                    <a:pt x="566916" y="510370"/>
                    <a:pt x="566916" y="519500"/>
                  </a:cubicBezTo>
                  <a:cubicBezTo>
                    <a:pt x="566916" y="528630"/>
                    <a:pt x="559523" y="536015"/>
                    <a:pt x="550381" y="536015"/>
                  </a:cubicBezTo>
                  <a:lnTo>
                    <a:pt x="539896" y="536015"/>
                  </a:lnTo>
                  <a:cubicBezTo>
                    <a:pt x="533040" y="531853"/>
                    <a:pt x="524974" y="529302"/>
                    <a:pt x="516236" y="529302"/>
                  </a:cubicBezTo>
                  <a:cubicBezTo>
                    <a:pt x="507632" y="529302"/>
                    <a:pt x="499567" y="531853"/>
                    <a:pt x="492711" y="536015"/>
                  </a:cubicBezTo>
                  <a:lnTo>
                    <a:pt x="394576" y="536015"/>
                  </a:lnTo>
                  <a:cubicBezTo>
                    <a:pt x="387720" y="531853"/>
                    <a:pt x="379654" y="529302"/>
                    <a:pt x="371051" y="529302"/>
                  </a:cubicBezTo>
                  <a:cubicBezTo>
                    <a:pt x="362447" y="529302"/>
                    <a:pt x="354650" y="531718"/>
                    <a:pt x="347794" y="535880"/>
                  </a:cubicBezTo>
                  <a:cubicBezTo>
                    <a:pt x="341207" y="535343"/>
                    <a:pt x="335561" y="531047"/>
                    <a:pt x="333410" y="524737"/>
                  </a:cubicBezTo>
                  <a:cubicBezTo>
                    <a:pt x="333410" y="524602"/>
                    <a:pt x="333276" y="524602"/>
                    <a:pt x="333276" y="524468"/>
                  </a:cubicBezTo>
                  <a:lnTo>
                    <a:pt x="328033" y="507685"/>
                  </a:lnTo>
                  <a:lnTo>
                    <a:pt x="323328" y="492916"/>
                  </a:lnTo>
                  <a:lnTo>
                    <a:pt x="317144" y="473179"/>
                  </a:lnTo>
                  <a:lnTo>
                    <a:pt x="283537" y="366171"/>
                  </a:lnTo>
                  <a:lnTo>
                    <a:pt x="282327" y="362277"/>
                  </a:lnTo>
                  <a:lnTo>
                    <a:pt x="271841" y="329248"/>
                  </a:lnTo>
                  <a:lnTo>
                    <a:pt x="268749" y="319313"/>
                  </a:lnTo>
                  <a:lnTo>
                    <a:pt x="250467" y="319313"/>
                  </a:lnTo>
                  <a:lnTo>
                    <a:pt x="205298" y="319313"/>
                  </a:lnTo>
                  <a:cubicBezTo>
                    <a:pt x="196157" y="319313"/>
                    <a:pt x="188763" y="311928"/>
                    <a:pt x="188763" y="302798"/>
                  </a:cubicBezTo>
                  <a:cubicBezTo>
                    <a:pt x="188763" y="293668"/>
                    <a:pt x="196157" y="286284"/>
                    <a:pt x="205298" y="286284"/>
                  </a:cubicBezTo>
                  <a:close/>
                  <a:moveTo>
                    <a:pt x="41943" y="203770"/>
                  </a:moveTo>
                  <a:cubicBezTo>
                    <a:pt x="36297" y="223771"/>
                    <a:pt x="33070" y="244846"/>
                    <a:pt x="33070" y="266592"/>
                  </a:cubicBezTo>
                  <a:cubicBezTo>
                    <a:pt x="33070" y="288339"/>
                    <a:pt x="36297" y="309279"/>
                    <a:pt x="41943" y="329281"/>
                  </a:cubicBezTo>
                  <a:lnTo>
                    <a:pt x="121526" y="329281"/>
                  </a:lnTo>
                  <a:cubicBezTo>
                    <a:pt x="118838" y="309279"/>
                    <a:pt x="117359" y="288204"/>
                    <a:pt x="117359" y="266592"/>
                  </a:cubicBezTo>
                  <a:cubicBezTo>
                    <a:pt x="117359" y="244846"/>
                    <a:pt x="118838" y="223905"/>
                    <a:pt x="121526" y="203770"/>
                  </a:cubicBezTo>
                  <a:close/>
                  <a:moveTo>
                    <a:pt x="352614" y="49399"/>
                  </a:moveTo>
                  <a:cubicBezTo>
                    <a:pt x="376946" y="78930"/>
                    <a:pt x="395901" y="121081"/>
                    <a:pt x="406656" y="170882"/>
                  </a:cubicBezTo>
                  <a:lnTo>
                    <a:pt x="480055" y="170882"/>
                  </a:lnTo>
                  <a:cubicBezTo>
                    <a:pt x="455051" y="115577"/>
                    <a:pt x="409210" y="71816"/>
                    <a:pt x="352614" y="49399"/>
                  </a:cubicBezTo>
                  <a:close/>
                  <a:moveTo>
                    <a:pt x="181348" y="49399"/>
                  </a:moveTo>
                  <a:cubicBezTo>
                    <a:pt x="124618" y="71816"/>
                    <a:pt x="78777" y="115577"/>
                    <a:pt x="53907" y="170882"/>
                  </a:cubicBezTo>
                  <a:lnTo>
                    <a:pt x="127172" y="170882"/>
                  </a:lnTo>
                  <a:cubicBezTo>
                    <a:pt x="137927" y="121081"/>
                    <a:pt x="156882" y="78930"/>
                    <a:pt x="181348" y="49399"/>
                  </a:cubicBezTo>
                  <a:close/>
                  <a:moveTo>
                    <a:pt x="283516" y="39062"/>
                  </a:moveTo>
                  <a:lnTo>
                    <a:pt x="283516" y="170882"/>
                  </a:lnTo>
                  <a:lnTo>
                    <a:pt x="372376" y="170882"/>
                  </a:lnTo>
                  <a:cubicBezTo>
                    <a:pt x="355841" y="101885"/>
                    <a:pt x="322501" y="50607"/>
                    <a:pt x="283516" y="39062"/>
                  </a:cubicBezTo>
                  <a:close/>
                  <a:moveTo>
                    <a:pt x="250446" y="39062"/>
                  </a:moveTo>
                  <a:cubicBezTo>
                    <a:pt x="211327" y="50607"/>
                    <a:pt x="177987" y="101885"/>
                    <a:pt x="161452" y="170882"/>
                  </a:cubicBezTo>
                  <a:lnTo>
                    <a:pt x="250446" y="170882"/>
                  </a:lnTo>
                  <a:close/>
                  <a:moveTo>
                    <a:pt x="266981" y="0"/>
                  </a:moveTo>
                  <a:cubicBezTo>
                    <a:pt x="414318" y="0"/>
                    <a:pt x="533828" y="119336"/>
                    <a:pt x="533828" y="266592"/>
                  </a:cubicBezTo>
                  <a:cubicBezTo>
                    <a:pt x="533828" y="278137"/>
                    <a:pt x="533021" y="289547"/>
                    <a:pt x="531677" y="300688"/>
                  </a:cubicBezTo>
                  <a:lnTo>
                    <a:pt x="498069" y="300688"/>
                  </a:lnTo>
                  <a:cubicBezTo>
                    <a:pt x="499682" y="289547"/>
                    <a:pt x="500758" y="278137"/>
                    <a:pt x="500758" y="266592"/>
                  </a:cubicBezTo>
                  <a:cubicBezTo>
                    <a:pt x="500758" y="244846"/>
                    <a:pt x="497666" y="223771"/>
                    <a:pt x="492020" y="203770"/>
                  </a:cubicBezTo>
                  <a:lnTo>
                    <a:pt x="412436" y="203770"/>
                  </a:lnTo>
                  <a:cubicBezTo>
                    <a:pt x="415125" y="223905"/>
                    <a:pt x="416469" y="244846"/>
                    <a:pt x="416469" y="266592"/>
                  </a:cubicBezTo>
                  <a:cubicBezTo>
                    <a:pt x="416469" y="278137"/>
                    <a:pt x="416066" y="289547"/>
                    <a:pt x="415259" y="300688"/>
                  </a:cubicBezTo>
                  <a:lnTo>
                    <a:pt x="381920" y="300688"/>
                  </a:lnTo>
                  <a:cubicBezTo>
                    <a:pt x="382861" y="289547"/>
                    <a:pt x="383399" y="278137"/>
                    <a:pt x="383399" y="266592"/>
                  </a:cubicBezTo>
                  <a:cubicBezTo>
                    <a:pt x="383399" y="244846"/>
                    <a:pt x="381786" y="223905"/>
                    <a:pt x="378828" y="203770"/>
                  </a:cubicBezTo>
                  <a:lnTo>
                    <a:pt x="283516" y="203770"/>
                  </a:lnTo>
                  <a:lnTo>
                    <a:pt x="283516" y="264579"/>
                  </a:lnTo>
                  <a:cubicBezTo>
                    <a:pt x="282575" y="264445"/>
                    <a:pt x="281769" y="264310"/>
                    <a:pt x="280962" y="264310"/>
                  </a:cubicBezTo>
                  <a:lnTo>
                    <a:pt x="250446" y="264310"/>
                  </a:lnTo>
                  <a:lnTo>
                    <a:pt x="250446" y="203770"/>
                  </a:lnTo>
                  <a:lnTo>
                    <a:pt x="155134" y="203770"/>
                  </a:lnTo>
                  <a:cubicBezTo>
                    <a:pt x="152177" y="223905"/>
                    <a:pt x="150429" y="244846"/>
                    <a:pt x="150429" y="266592"/>
                  </a:cubicBezTo>
                  <a:cubicBezTo>
                    <a:pt x="150429" y="288204"/>
                    <a:pt x="152177" y="309279"/>
                    <a:pt x="155134" y="329281"/>
                  </a:cubicBezTo>
                  <a:lnTo>
                    <a:pt x="177315" y="329281"/>
                  </a:lnTo>
                  <a:cubicBezTo>
                    <a:pt x="184306" y="336664"/>
                    <a:pt x="194254" y="341362"/>
                    <a:pt x="205277" y="341362"/>
                  </a:cubicBezTo>
                  <a:lnTo>
                    <a:pt x="250446" y="341362"/>
                  </a:lnTo>
                  <a:lnTo>
                    <a:pt x="252597" y="341362"/>
                  </a:lnTo>
                  <a:lnTo>
                    <a:pt x="259184" y="362303"/>
                  </a:lnTo>
                  <a:lnTo>
                    <a:pt x="283516" y="439623"/>
                  </a:lnTo>
                  <a:lnTo>
                    <a:pt x="283516" y="494122"/>
                  </a:lnTo>
                  <a:cubicBezTo>
                    <a:pt x="288625" y="492512"/>
                    <a:pt x="293599" y="490364"/>
                    <a:pt x="298573" y="487545"/>
                  </a:cubicBezTo>
                  <a:lnTo>
                    <a:pt x="301530" y="497210"/>
                  </a:lnTo>
                  <a:lnTo>
                    <a:pt x="308655" y="519761"/>
                  </a:lnTo>
                  <a:lnTo>
                    <a:pt x="311613" y="529292"/>
                  </a:lnTo>
                  <a:cubicBezTo>
                    <a:pt x="297094" y="531708"/>
                    <a:pt x="282172" y="533051"/>
                    <a:pt x="266981" y="533051"/>
                  </a:cubicBezTo>
                  <a:cubicBezTo>
                    <a:pt x="119510" y="533051"/>
                    <a:pt x="0" y="413715"/>
                    <a:pt x="0" y="266592"/>
                  </a:cubicBezTo>
                  <a:cubicBezTo>
                    <a:pt x="0" y="119336"/>
                    <a:pt x="119510" y="0"/>
                    <a:pt x="26698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en-US" sz="2800" b="1">
                <a:solidFill>
                  <a:schemeClr val="bg1"/>
                </a:solidFill>
                <a:latin typeface="+mn-ea"/>
              </a:endParaRPr>
            </a:p>
          </p:txBody>
        </p:sp>
      </p:grpSp>
      <p:grpSp>
        <p:nvGrpSpPr>
          <p:cNvPr id="34" name="组合 33"/>
          <p:cNvGrpSpPr/>
          <p:nvPr/>
        </p:nvGrpSpPr>
        <p:grpSpPr>
          <a:xfrm>
            <a:off x="1628140" y="890270"/>
            <a:ext cx="7533967" cy="1202049"/>
            <a:chOff x="1120877" y="766916"/>
            <a:chExt cx="4689374" cy="1202165"/>
          </a:xfrm>
        </p:grpSpPr>
        <p:sp>
          <p:nvSpPr>
            <p:cNvPr id="35" name="矩形 34"/>
            <p:cNvSpPr/>
            <p:nvPr/>
          </p:nvSpPr>
          <p:spPr>
            <a:xfrm>
              <a:off x="1120877" y="766916"/>
              <a:ext cx="501446" cy="648929"/>
            </a:xfrm>
            <a:prstGeom prst="rect">
              <a:avLst/>
            </a:prstGeom>
            <a:solidFill>
              <a:srgbClr val="FEC35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Textfeld 29"/>
            <p:cNvSpPr txBox="1"/>
            <p:nvPr/>
          </p:nvSpPr>
          <p:spPr>
            <a:xfrm>
              <a:off x="1869713" y="799417"/>
              <a:ext cx="3940538" cy="1169664"/>
            </a:xfrm>
            <a:prstGeom prst="rect">
              <a:avLst/>
            </a:prstGeom>
            <a:noFill/>
          </p:spPr>
          <p:txBody>
            <a:bodyPr wrap="square" rtlCol="0">
              <a:spAutoFit/>
            </a:bodyPr>
            <a:lstStyle/>
            <a:p>
              <a:pPr defTabSz="228600"/>
              <a:r>
                <a:rPr lang="zh-CN" altLang="de-DE" sz="3500" dirty="0">
                  <a:solidFill>
                    <a:schemeClr val="bg1"/>
                  </a:solidFill>
                  <a:latin typeface="微软雅黑" panose="020B0503020204020204" pitchFamily="34" charset="-122"/>
                  <a:ea typeface="微软雅黑" panose="020B0503020204020204" pitchFamily="34" charset="-122"/>
                  <a:cs typeface="+mn-ea"/>
                  <a:sym typeface="+mn-lt"/>
                </a:rPr>
                <a:t>Good Luck</a:t>
              </a:r>
              <a:r>
                <a:rPr lang="en-US" altLang="zh-CN" sz="3500" dirty="0">
                  <a:solidFill>
                    <a:schemeClr val="bg1"/>
                  </a:solidFill>
                  <a:latin typeface="微软雅黑" panose="020B0503020204020204" pitchFamily="34" charset="-122"/>
                  <a:ea typeface="微软雅黑" panose="020B0503020204020204" pitchFamily="34" charset="-122"/>
                  <a:cs typeface="+mn-ea"/>
                  <a:sym typeface="+mn-lt"/>
                </a:rPr>
                <a:t> Ecosystem</a:t>
              </a:r>
              <a:endParaRPr lang="zh-CN" altLang="de-DE" sz="3500" dirty="0">
                <a:solidFill>
                  <a:schemeClr val="bg1"/>
                </a:solidFill>
                <a:latin typeface="微软雅黑" panose="020B0503020204020204" pitchFamily="34" charset="-122"/>
                <a:ea typeface="微软雅黑" panose="020B0503020204020204" pitchFamily="34" charset="-122"/>
                <a:cs typeface="+mn-ea"/>
                <a:sym typeface="+mn-lt"/>
              </a:endParaRPr>
            </a:p>
          </p:txBody>
        </p:sp>
      </p:grpSp>
      <p:sp>
        <p:nvSpPr>
          <p:cNvPr id="2" name="iṥlîďé"/>
          <p:cNvSpPr txBox="1"/>
          <p:nvPr/>
        </p:nvSpPr>
        <p:spPr>
          <a:xfrm>
            <a:off x="5814384" y="4903558"/>
            <a:ext cx="4067713" cy="523220"/>
          </a:xfrm>
          <a:prstGeom prst="rect">
            <a:avLst/>
          </a:prstGeom>
          <a:noFill/>
        </p:spPr>
        <p:txBody>
          <a:bodyPr wrap="square" rtlCol="0">
            <a:spAutoFit/>
          </a:bodyPr>
          <a:lstStyle/>
          <a:p>
            <a:r>
              <a:rPr lang="en-US" altLang="zh-CN" sz="2800" b="1" dirty="0">
                <a:solidFill>
                  <a:schemeClr val="bg1"/>
                </a:solidFill>
                <a:latin typeface="方正大黑简体" panose="02010601030101010101" charset="-122"/>
                <a:ea typeface="方正大黑简体" panose="02010601030101010101" charset="-122"/>
              </a:rPr>
              <a:t>Platform system</a:t>
            </a:r>
            <a:endParaRPr lang="zh-CN" altLang="en-US" sz="2800" b="1" dirty="0">
              <a:solidFill>
                <a:schemeClr val="bg1"/>
              </a:solidFill>
              <a:latin typeface="方正大黑简体" panose="02010601030101010101" charset="-122"/>
              <a:ea typeface="方正大黑简体" panose="02010601030101010101" charset="-122"/>
            </a:endParaRPr>
          </a:p>
        </p:txBody>
      </p:sp>
      <p:pic>
        <p:nvPicPr>
          <p:cNvPr id="37" name="图片 36" descr="Good Luck logo-已转曲(1)"/>
          <p:cNvPicPr>
            <a:picLocks noChangeAspect="1"/>
          </p:cNvPicPr>
          <p:nvPr>
            <p:custDataLst>
              <p:tags r:id="rId2"/>
            </p:custDataLst>
          </p:nvPr>
        </p:nvPicPr>
        <p:blipFill>
          <a:blip r:embed="rId5"/>
          <a:stretch>
            <a:fillRect/>
          </a:stretch>
        </p:blipFill>
        <p:spPr>
          <a:xfrm>
            <a:off x="226695" y="196850"/>
            <a:ext cx="1271270" cy="127127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advTm="3000">
        <p14:prism isInverted="1"/>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670" y="1"/>
            <a:ext cx="12227670" cy="6858000"/>
          </a:xfrm>
          <a:prstGeom prst="rect">
            <a:avLst/>
          </a:prstGeom>
        </p:spPr>
      </p:pic>
      <p:grpSp>
        <p:nvGrpSpPr>
          <p:cNvPr id="2" name="组合 1"/>
          <p:cNvGrpSpPr/>
          <p:nvPr/>
        </p:nvGrpSpPr>
        <p:grpSpPr>
          <a:xfrm>
            <a:off x="2209800" y="1638181"/>
            <a:ext cx="8709834" cy="4968632"/>
            <a:chOff x="2209800" y="1638181"/>
            <a:chExt cx="8709834" cy="4968632"/>
          </a:xfrm>
        </p:grpSpPr>
        <p:grpSp>
          <p:nvGrpSpPr>
            <p:cNvPr id="3" name="组合 2"/>
            <p:cNvGrpSpPr/>
            <p:nvPr/>
          </p:nvGrpSpPr>
          <p:grpSpPr>
            <a:xfrm>
              <a:off x="3481689" y="1638181"/>
              <a:ext cx="6045835" cy="3676035"/>
              <a:chOff x="3519797" y="1200031"/>
              <a:chExt cx="6045835" cy="3676035"/>
            </a:xfrm>
          </p:grpSpPr>
          <p:sp>
            <p:nvSpPr>
              <p:cNvPr id="5" name="文本框 4"/>
              <p:cNvSpPr txBox="1"/>
              <p:nvPr/>
            </p:nvSpPr>
            <p:spPr>
              <a:xfrm>
                <a:off x="4191995" y="1200031"/>
                <a:ext cx="3883273" cy="2399665"/>
              </a:xfrm>
              <a:prstGeom prst="rect">
                <a:avLst/>
              </a:prstGeom>
              <a:noFill/>
            </p:spPr>
            <p:txBody>
              <a:bodyPr vert="horz" wrap="square" rtlCol="0">
                <a:spAutoFit/>
              </a:bodyPr>
              <a:lstStyle/>
              <a:p>
                <a:pPr algn="ctr"/>
                <a:r>
                  <a:rPr lang="en-US" altLang="zh-CN" sz="15000" b="1" dirty="0">
                    <a:solidFill>
                      <a:schemeClr val="bg1"/>
                    </a:solidFill>
                    <a:latin typeface="微软雅黑" panose="020B0503020204020204" pitchFamily="34" charset="-122"/>
                    <a:ea typeface="微软雅黑" panose="020B0503020204020204" pitchFamily="34" charset="-122"/>
                  </a:rPr>
                  <a:t>03</a:t>
                </a:r>
                <a:endParaRPr lang="zh-CN" altLang="en-US" sz="15000" b="1" dirty="0">
                  <a:solidFill>
                    <a:schemeClr val="bg1"/>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3519797" y="3429516"/>
                <a:ext cx="6045835" cy="1446550"/>
              </a:xfrm>
              <a:prstGeom prst="rect">
                <a:avLst/>
              </a:prstGeom>
              <a:noFill/>
            </p:spPr>
            <p:txBody>
              <a:bodyPr wrap="square" rtlCol="0">
                <a:spAutoFit/>
              </a:bodyPr>
              <a:lstStyle/>
              <a:p>
                <a:pPr algn="ctr"/>
                <a:r>
                  <a:rPr lang="en-US" altLang="zh-CN" sz="4400" b="1" spc="600" dirty="0">
                    <a:solidFill>
                      <a:schemeClr val="bg1"/>
                    </a:solidFill>
                    <a:latin typeface="微软雅黑" panose="020B0503020204020204" pitchFamily="34" charset="-122"/>
                    <a:ea typeface="微软雅黑" panose="020B0503020204020204" pitchFamily="34" charset="-122"/>
                    <a:sym typeface="+mn-ea"/>
                  </a:rPr>
                  <a:t>Good Luck </a:t>
                </a:r>
                <a:r>
                  <a:rPr lang="en-US" altLang="zh-CN" sz="4400" dirty="0">
                    <a:solidFill>
                      <a:schemeClr val="bg1"/>
                    </a:solidFill>
                    <a:cs typeface="+mn-ea"/>
                    <a:sym typeface="+mn-lt"/>
                  </a:rPr>
                  <a:t>advantages</a:t>
                </a:r>
                <a:endParaRPr lang="zh-CN" altLang="en-US" sz="4400" b="1" spc="600" dirty="0">
                  <a:solidFill>
                    <a:schemeClr val="bg1"/>
                  </a:solidFill>
                  <a:latin typeface="微软雅黑" panose="020B0503020204020204" pitchFamily="34" charset="-122"/>
                  <a:ea typeface="微软雅黑" panose="020B0503020204020204" pitchFamily="34" charset="-122"/>
                  <a:sym typeface="+mn-ea"/>
                </a:endParaRPr>
              </a:p>
            </p:txBody>
          </p:sp>
        </p:grpSp>
        <p:sp>
          <p:nvSpPr>
            <p:cNvPr id="4" name="矩形 3"/>
            <p:cNvSpPr/>
            <p:nvPr/>
          </p:nvSpPr>
          <p:spPr>
            <a:xfrm>
              <a:off x="2209800" y="6238513"/>
              <a:ext cx="8709834" cy="368300"/>
            </a:xfrm>
            <a:prstGeom prst="rect">
              <a:avLst/>
            </a:prstGeom>
          </p:spPr>
          <p:txBody>
            <a:bodyPr wrap="square">
              <a:spAutoFit/>
            </a:bodyPr>
            <a:lstStyle/>
            <a:p>
              <a:pPr algn="ctr">
                <a:lnSpc>
                  <a:spcPct val="150000"/>
                </a:lnSpc>
              </a:pPr>
              <a:r>
                <a:rPr lang="en-US" altLang="zh-CN" sz="1200" spc="300" noProof="1">
                  <a:solidFill>
                    <a:schemeClr val="bg1"/>
                  </a:solidFill>
                  <a:latin typeface="+mj-ea"/>
                  <a:ea typeface="+mj-ea"/>
                </a:rPr>
                <a:t>Lorem ipsum dolor sit er elit lamet, consectetaur cillium adipisicing</a:t>
              </a:r>
              <a:endParaRPr lang="zh-CN" altLang="en-US" sz="1200" spc="300" dirty="0">
                <a:solidFill>
                  <a:schemeClr val="bg1"/>
                </a:solidFill>
                <a:latin typeface="+mj-ea"/>
                <a:ea typeface="+mj-ea"/>
              </a:endParaRPr>
            </a:p>
          </p:txBody>
        </p:sp>
      </p:grpSp>
      <p:pic>
        <p:nvPicPr>
          <p:cNvPr id="15" name="图片 14" descr="Good Luck logo-已转曲(1)"/>
          <p:cNvPicPr>
            <a:picLocks noChangeAspect="1"/>
          </p:cNvPicPr>
          <p:nvPr>
            <p:custDataLst>
              <p:tags r:id="rId1"/>
            </p:custDataLst>
          </p:nvPr>
        </p:nvPicPr>
        <p:blipFill>
          <a:blip r:embed="rId5"/>
          <a:stretch>
            <a:fillRect/>
          </a:stretch>
        </p:blipFill>
        <p:spPr>
          <a:xfrm>
            <a:off x="226695" y="196850"/>
            <a:ext cx="1271270" cy="127127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50" advTm="3000">
        <p14:switch dir="r"/>
      </p:transition>
    </mc:Choice>
    <mc:Fallback xmlns="">
      <p:transition spd="slow" advTm="3000">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f2e270f4-43af-4cc8-9460-ac56680bd8b5"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1043623" y="1780693"/>
            <a:ext cx="10120381" cy="3950487"/>
            <a:chOff x="1043888" y="1358660"/>
            <a:chExt cx="10120381" cy="3950487"/>
          </a:xfrm>
        </p:grpSpPr>
        <p:sp>
          <p:nvSpPr>
            <p:cNvPr id="4" name="ï$líḋe"/>
            <p:cNvSpPr/>
            <p:nvPr/>
          </p:nvSpPr>
          <p:spPr>
            <a:xfrm>
              <a:off x="4240504" y="2587719"/>
              <a:ext cx="1747022" cy="1180736"/>
            </a:xfrm>
            <a:custGeom>
              <a:avLst/>
              <a:gdLst/>
              <a:ahLst/>
              <a:cxnLst>
                <a:cxn ang="0">
                  <a:pos x="wd2" y="hd2"/>
                </a:cxn>
                <a:cxn ang="5400000">
                  <a:pos x="wd2" y="hd2"/>
                </a:cxn>
                <a:cxn ang="10800000">
                  <a:pos x="wd2" y="hd2"/>
                </a:cxn>
                <a:cxn ang="16200000">
                  <a:pos x="wd2" y="hd2"/>
                </a:cxn>
              </a:cxnLst>
              <a:rect l="0" t="0" r="r" b="b"/>
              <a:pathLst>
                <a:path w="21600" h="21600" extrusionOk="0">
                  <a:moveTo>
                    <a:pt x="6997" y="0"/>
                  </a:moveTo>
                  <a:lnTo>
                    <a:pt x="0" y="2934"/>
                  </a:lnTo>
                  <a:lnTo>
                    <a:pt x="12305" y="21600"/>
                  </a:lnTo>
                  <a:lnTo>
                    <a:pt x="12322" y="21583"/>
                  </a:lnTo>
                  <a:lnTo>
                    <a:pt x="21600" y="12476"/>
                  </a:lnTo>
                  <a:cubicBezTo>
                    <a:pt x="21600" y="12476"/>
                    <a:pt x="6997" y="0"/>
                    <a:pt x="6997" y="0"/>
                  </a:cubicBezTo>
                  <a:close/>
                </a:path>
              </a:pathLst>
            </a:custGeom>
            <a:solidFill>
              <a:schemeClr val="accent2"/>
            </a:solidFill>
            <a:ln w="12700">
              <a:miter lim="400000"/>
            </a:ln>
          </p:spPr>
          <p:txBody>
            <a:bodyPr anchor="ctr"/>
            <a:lstStyle/>
            <a:p>
              <a:pPr algn="ctr"/>
              <a:endParaRPr b="1">
                <a:solidFill>
                  <a:schemeClr val="bg1"/>
                </a:solidFill>
                <a:latin typeface="+mn-ea"/>
              </a:endParaRPr>
            </a:p>
          </p:txBody>
        </p:sp>
        <p:sp>
          <p:nvSpPr>
            <p:cNvPr id="5" name="ïṡľíḓe"/>
            <p:cNvSpPr/>
            <p:nvPr/>
          </p:nvSpPr>
          <p:spPr>
            <a:xfrm>
              <a:off x="3153944" y="1643660"/>
              <a:ext cx="1556730" cy="1049839"/>
            </a:xfrm>
            <a:custGeom>
              <a:avLst/>
              <a:gdLst/>
              <a:ahLst/>
              <a:cxnLst>
                <a:cxn ang="0">
                  <a:pos x="wd2" y="hd2"/>
                </a:cxn>
                <a:cxn ang="5400000">
                  <a:pos x="wd2" y="hd2"/>
                </a:cxn>
                <a:cxn ang="10800000">
                  <a:pos x="wd2" y="hd2"/>
                </a:cxn>
                <a:cxn ang="16200000">
                  <a:pos x="wd2" y="hd2"/>
                </a:cxn>
              </a:cxnLst>
              <a:rect l="0" t="0" r="r" b="b"/>
              <a:pathLst>
                <a:path w="21600" h="21600" extrusionOk="0">
                  <a:moveTo>
                    <a:pt x="14208" y="21600"/>
                  </a:moveTo>
                  <a:lnTo>
                    <a:pt x="21600" y="18493"/>
                  </a:lnTo>
                  <a:lnTo>
                    <a:pt x="0" y="0"/>
                  </a:lnTo>
                  <a:cubicBezTo>
                    <a:pt x="0" y="0"/>
                    <a:pt x="14208" y="21600"/>
                    <a:pt x="14208" y="21600"/>
                  </a:cubicBezTo>
                  <a:close/>
                </a:path>
              </a:pathLst>
            </a:custGeom>
            <a:solidFill>
              <a:schemeClr val="accent1"/>
            </a:solidFill>
            <a:ln w="12700">
              <a:miter lim="400000"/>
            </a:ln>
          </p:spPr>
          <p:txBody>
            <a:bodyPr anchor="ctr"/>
            <a:lstStyle/>
            <a:p>
              <a:pPr algn="ctr"/>
              <a:endParaRPr b="1">
                <a:solidFill>
                  <a:schemeClr val="bg1"/>
                </a:solidFill>
                <a:latin typeface="+mn-ea"/>
              </a:endParaRPr>
            </a:p>
          </p:txBody>
        </p:sp>
        <p:sp>
          <p:nvSpPr>
            <p:cNvPr id="6" name="îṥḻiďé"/>
            <p:cNvSpPr/>
            <p:nvPr/>
          </p:nvSpPr>
          <p:spPr>
            <a:xfrm>
              <a:off x="6128625" y="2587719"/>
              <a:ext cx="1747013" cy="1180736"/>
            </a:xfrm>
            <a:custGeom>
              <a:avLst/>
              <a:gdLst/>
              <a:ahLst/>
              <a:cxnLst>
                <a:cxn ang="0">
                  <a:pos x="wd2" y="hd2"/>
                </a:cxn>
                <a:cxn ang="5400000">
                  <a:pos x="wd2" y="hd2"/>
                </a:cxn>
                <a:cxn ang="10800000">
                  <a:pos x="wd2" y="hd2"/>
                </a:cxn>
                <a:cxn ang="16200000">
                  <a:pos x="wd2" y="hd2"/>
                </a:cxn>
              </a:cxnLst>
              <a:rect l="0" t="0" r="r" b="b"/>
              <a:pathLst>
                <a:path w="21600" h="21600" extrusionOk="0">
                  <a:moveTo>
                    <a:pt x="14603" y="0"/>
                  </a:moveTo>
                  <a:lnTo>
                    <a:pt x="21600" y="2934"/>
                  </a:lnTo>
                  <a:lnTo>
                    <a:pt x="9295" y="21600"/>
                  </a:lnTo>
                  <a:lnTo>
                    <a:pt x="9278" y="21583"/>
                  </a:lnTo>
                  <a:lnTo>
                    <a:pt x="0" y="12476"/>
                  </a:lnTo>
                  <a:cubicBezTo>
                    <a:pt x="0" y="12476"/>
                    <a:pt x="14603" y="0"/>
                    <a:pt x="14603" y="0"/>
                  </a:cubicBezTo>
                  <a:close/>
                </a:path>
              </a:pathLst>
            </a:custGeom>
            <a:solidFill>
              <a:schemeClr val="accent4"/>
            </a:solidFill>
            <a:ln w="12700">
              <a:miter lim="400000"/>
            </a:ln>
          </p:spPr>
          <p:txBody>
            <a:bodyPr anchor="ctr"/>
            <a:lstStyle/>
            <a:p>
              <a:pPr algn="ctr"/>
              <a:endParaRPr b="1">
                <a:solidFill>
                  <a:schemeClr val="bg1"/>
                </a:solidFill>
                <a:latin typeface="+mn-ea"/>
              </a:endParaRPr>
            </a:p>
          </p:txBody>
        </p:sp>
        <p:sp>
          <p:nvSpPr>
            <p:cNvPr id="7" name="íšľïḍe"/>
            <p:cNvSpPr/>
            <p:nvPr/>
          </p:nvSpPr>
          <p:spPr>
            <a:xfrm>
              <a:off x="7411121" y="1643660"/>
              <a:ext cx="1556749" cy="1049839"/>
            </a:xfrm>
            <a:custGeom>
              <a:avLst/>
              <a:gdLst/>
              <a:ahLst/>
              <a:cxnLst>
                <a:cxn ang="0">
                  <a:pos x="wd2" y="hd2"/>
                </a:cxn>
                <a:cxn ang="5400000">
                  <a:pos x="wd2" y="hd2"/>
                </a:cxn>
                <a:cxn ang="10800000">
                  <a:pos x="wd2" y="hd2"/>
                </a:cxn>
                <a:cxn ang="16200000">
                  <a:pos x="wd2" y="hd2"/>
                </a:cxn>
              </a:cxnLst>
              <a:rect l="0" t="0" r="r" b="b"/>
              <a:pathLst>
                <a:path w="21600" h="21600" extrusionOk="0">
                  <a:moveTo>
                    <a:pt x="7393" y="21600"/>
                  </a:moveTo>
                  <a:lnTo>
                    <a:pt x="0" y="18493"/>
                  </a:lnTo>
                  <a:lnTo>
                    <a:pt x="21600" y="0"/>
                  </a:lnTo>
                  <a:cubicBezTo>
                    <a:pt x="21600" y="0"/>
                    <a:pt x="7393" y="21600"/>
                    <a:pt x="7393" y="21600"/>
                  </a:cubicBezTo>
                  <a:close/>
                </a:path>
              </a:pathLst>
            </a:custGeom>
            <a:solidFill>
              <a:schemeClr val="accent5"/>
            </a:solidFill>
            <a:ln w="12700">
              <a:miter lim="400000"/>
            </a:ln>
          </p:spPr>
          <p:txBody>
            <a:bodyPr anchor="ctr"/>
            <a:lstStyle/>
            <a:p>
              <a:pPr algn="ctr"/>
              <a:endParaRPr b="1">
                <a:solidFill>
                  <a:schemeClr val="bg1"/>
                </a:solidFill>
                <a:latin typeface="+mn-ea"/>
              </a:endParaRPr>
            </a:p>
          </p:txBody>
        </p:sp>
        <p:sp>
          <p:nvSpPr>
            <p:cNvPr id="8" name="îślîḓè"/>
            <p:cNvSpPr/>
            <p:nvPr/>
          </p:nvSpPr>
          <p:spPr>
            <a:xfrm>
              <a:off x="5291439" y="3318031"/>
              <a:ext cx="1551103" cy="1336664"/>
            </a:xfrm>
            <a:custGeom>
              <a:avLst/>
              <a:gdLst/>
              <a:ahLst/>
              <a:cxnLst>
                <a:cxn ang="0">
                  <a:pos x="wd2" y="hd2"/>
                </a:cxn>
                <a:cxn ang="5400000">
                  <a:pos x="wd2" y="hd2"/>
                </a:cxn>
                <a:cxn ang="10800000">
                  <a:pos x="wd2" y="hd2"/>
                </a:cxn>
                <a:cxn ang="16200000">
                  <a:pos x="wd2" y="hd2"/>
                </a:cxn>
              </a:cxnLst>
              <a:rect l="0" t="0" r="r" b="b"/>
              <a:pathLst>
                <a:path w="21600" h="21600" extrusionOk="0">
                  <a:moveTo>
                    <a:pt x="10756" y="0"/>
                  </a:moveTo>
                  <a:lnTo>
                    <a:pt x="917" y="7575"/>
                  </a:lnTo>
                  <a:lnTo>
                    <a:pt x="0" y="8280"/>
                  </a:lnTo>
                  <a:lnTo>
                    <a:pt x="10685" y="21600"/>
                  </a:lnTo>
                  <a:lnTo>
                    <a:pt x="21600" y="8349"/>
                  </a:lnTo>
                </a:path>
              </a:pathLst>
            </a:custGeom>
            <a:solidFill>
              <a:schemeClr val="accent3"/>
            </a:solidFill>
            <a:ln w="12700">
              <a:miter lim="400000"/>
            </a:ln>
          </p:spPr>
          <p:txBody>
            <a:bodyPr anchor="ctr"/>
            <a:lstStyle/>
            <a:p>
              <a:pPr algn="ctr"/>
              <a:endParaRPr b="1">
                <a:solidFill>
                  <a:schemeClr val="bg1"/>
                </a:solidFill>
                <a:latin typeface="+mn-ea"/>
              </a:endParaRPr>
            </a:p>
          </p:txBody>
        </p:sp>
        <p:grpSp>
          <p:nvGrpSpPr>
            <p:cNvPr id="9" name="ïśḷíḍé"/>
            <p:cNvGrpSpPr/>
            <p:nvPr/>
          </p:nvGrpSpPr>
          <p:grpSpPr>
            <a:xfrm>
              <a:off x="2922382" y="1394286"/>
              <a:ext cx="569975" cy="569956"/>
              <a:chOff x="0" y="0"/>
              <a:chExt cx="879867" cy="879838"/>
            </a:xfrm>
          </p:grpSpPr>
          <p:sp>
            <p:nvSpPr>
              <p:cNvPr id="31" name="íşḻïḋè"/>
              <p:cNvSpPr/>
              <p:nvPr/>
            </p:nvSpPr>
            <p:spPr>
              <a:xfrm>
                <a:off x="0" y="0"/>
                <a:ext cx="879867" cy="879838"/>
              </a:xfrm>
              <a:custGeom>
                <a:avLst/>
                <a:gdLst/>
                <a:ahLst/>
                <a:cxnLst>
                  <a:cxn ang="0">
                    <a:pos x="wd2" y="hd2"/>
                  </a:cxn>
                  <a:cxn ang="5400000">
                    <a:pos x="wd2" y="hd2"/>
                  </a:cxn>
                  <a:cxn ang="10800000">
                    <a:pos x="wd2" y="hd2"/>
                  </a:cxn>
                  <a:cxn ang="16200000">
                    <a:pos x="wd2" y="hd2"/>
                  </a:cxn>
                </a:cxnLst>
                <a:rect l="0" t="0" r="r" b="b"/>
                <a:pathLst>
                  <a:path w="19679" h="19678" extrusionOk="0">
                    <a:moveTo>
                      <a:pt x="2881" y="2882"/>
                    </a:moveTo>
                    <a:cubicBezTo>
                      <a:pt x="6724" y="-961"/>
                      <a:pt x="12953" y="-961"/>
                      <a:pt x="16797" y="2882"/>
                    </a:cubicBezTo>
                    <a:cubicBezTo>
                      <a:pt x="20639" y="6723"/>
                      <a:pt x="20639" y="12953"/>
                      <a:pt x="16797" y="16796"/>
                    </a:cubicBezTo>
                    <a:cubicBezTo>
                      <a:pt x="12953" y="20639"/>
                      <a:pt x="6724" y="20639"/>
                      <a:pt x="2881" y="16796"/>
                    </a:cubicBezTo>
                    <a:cubicBezTo>
                      <a:pt x="-961" y="12953"/>
                      <a:pt x="-961" y="6724"/>
                      <a:pt x="2881" y="2882"/>
                    </a:cubicBezTo>
                    <a:close/>
                  </a:path>
                </a:pathLst>
              </a:custGeom>
              <a:solidFill>
                <a:srgbClr val="FEC350"/>
              </a:solidFill>
              <a:ln w="12700" cap="flat">
                <a:noFill/>
                <a:miter lim="400000"/>
              </a:ln>
              <a:effectLst/>
            </p:spPr>
            <p:txBody>
              <a:bodyPr anchor="ctr"/>
              <a:lstStyle/>
              <a:p>
                <a:pPr algn="ctr"/>
                <a:endParaRPr b="1">
                  <a:solidFill>
                    <a:schemeClr val="bg1"/>
                  </a:solidFill>
                  <a:latin typeface="+mn-ea"/>
                </a:endParaRPr>
              </a:p>
            </p:txBody>
          </p:sp>
          <p:sp>
            <p:nvSpPr>
              <p:cNvPr id="32" name="ïşḷïḍe"/>
              <p:cNvSpPr/>
              <p:nvPr/>
            </p:nvSpPr>
            <p:spPr>
              <a:xfrm>
                <a:off x="230842" y="230829"/>
                <a:ext cx="418182" cy="418179"/>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1795"/>
                      <a:pt x="21514" y="12600"/>
                      <a:pt x="20518" y="12600"/>
                    </a:cubicBezTo>
                    <a:lnTo>
                      <a:pt x="12600" y="12600"/>
                    </a:lnTo>
                    <a:lnTo>
                      <a:pt x="12600" y="20518"/>
                    </a:lnTo>
                    <a:cubicBezTo>
                      <a:pt x="12600" y="21512"/>
                      <a:pt x="11795" y="21600"/>
                      <a:pt x="10800" y="21600"/>
                    </a:cubicBezTo>
                    <a:cubicBezTo>
                      <a:pt x="9805" y="21600"/>
                      <a:pt x="9000" y="21512"/>
                      <a:pt x="9000" y="20518"/>
                    </a:cubicBezTo>
                    <a:lnTo>
                      <a:pt x="9000" y="12600"/>
                    </a:lnTo>
                    <a:lnTo>
                      <a:pt x="1082" y="12600"/>
                    </a:lnTo>
                    <a:cubicBezTo>
                      <a:pt x="88" y="12600"/>
                      <a:pt x="0" y="11796"/>
                      <a:pt x="0" y="10800"/>
                    </a:cubicBezTo>
                    <a:cubicBezTo>
                      <a:pt x="0" y="9805"/>
                      <a:pt x="88" y="9000"/>
                      <a:pt x="1082" y="9000"/>
                    </a:cubicBezTo>
                    <a:lnTo>
                      <a:pt x="9000" y="9000"/>
                    </a:lnTo>
                    <a:lnTo>
                      <a:pt x="9000" y="1082"/>
                    </a:lnTo>
                    <a:cubicBezTo>
                      <a:pt x="9000" y="86"/>
                      <a:pt x="9805" y="0"/>
                      <a:pt x="10800" y="0"/>
                    </a:cubicBezTo>
                    <a:cubicBezTo>
                      <a:pt x="11795" y="0"/>
                      <a:pt x="12600" y="86"/>
                      <a:pt x="12600" y="1082"/>
                    </a:cubicBezTo>
                    <a:lnTo>
                      <a:pt x="12600" y="9000"/>
                    </a:lnTo>
                    <a:lnTo>
                      <a:pt x="20518" y="9000"/>
                    </a:lnTo>
                    <a:cubicBezTo>
                      <a:pt x="21514" y="9000"/>
                      <a:pt x="21600" y="9805"/>
                      <a:pt x="21600" y="10800"/>
                    </a:cubicBezTo>
                    <a:close/>
                  </a:path>
                </a:pathLst>
              </a:custGeom>
              <a:solidFill>
                <a:schemeClr val="bg1"/>
              </a:solidFill>
              <a:ln w="12700" cap="flat">
                <a:noFill/>
                <a:miter lim="400000"/>
              </a:ln>
              <a:effectLst/>
            </p:spPr>
            <p:txBody>
              <a:bodyPr anchor="ctr"/>
              <a:lstStyle/>
              <a:p>
                <a:pPr algn="ctr"/>
                <a:endParaRPr b="1">
                  <a:solidFill>
                    <a:schemeClr val="bg1"/>
                  </a:solidFill>
                  <a:latin typeface="+mn-ea"/>
                </a:endParaRPr>
              </a:p>
            </p:txBody>
          </p:sp>
        </p:grpSp>
        <p:grpSp>
          <p:nvGrpSpPr>
            <p:cNvPr id="10" name="íšľiḓé"/>
            <p:cNvGrpSpPr/>
            <p:nvPr/>
          </p:nvGrpSpPr>
          <p:grpSpPr>
            <a:xfrm>
              <a:off x="8622370" y="1358660"/>
              <a:ext cx="569975" cy="569974"/>
              <a:chOff x="0" y="-1"/>
              <a:chExt cx="879867" cy="879867"/>
            </a:xfrm>
          </p:grpSpPr>
          <p:sp>
            <p:nvSpPr>
              <p:cNvPr id="29" name="ïsľiḋe"/>
              <p:cNvSpPr/>
              <p:nvPr/>
            </p:nvSpPr>
            <p:spPr>
              <a:xfrm>
                <a:off x="0" y="-1"/>
                <a:ext cx="879867" cy="879867"/>
              </a:xfrm>
              <a:custGeom>
                <a:avLst/>
                <a:gdLst/>
                <a:ahLst/>
                <a:cxnLst>
                  <a:cxn ang="0">
                    <a:pos x="wd2" y="hd2"/>
                  </a:cxn>
                  <a:cxn ang="5400000">
                    <a:pos x="wd2" y="hd2"/>
                  </a:cxn>
                  <a:cxn ang="10800000">
                    <a:pos x="wd2" y="hd2"/>
                  </a:cxn>
                  <a:cxn ang="16200000">
                    <a:pos x="wd2" y="hd2"/>
                  </a:cxn>
                </a:cxnLst>
                <a:rect l="0" t="0" r="r" b="b"/>
                <a:pathLst>
                  <a:path w="19679" h="19678" extrusionOk="0">
                    <a:moveTo>
                      <a:pt x="2881" y="2883"/>
                    </a:moveTo>
                    <a:cubicBezTo>
                      <a:pt x="6724" y="-961"/>
                      <a:pt x="12953" y="-961"/>
                      <a:pt x="16797" y="2883"/>
                    </a:cubicBezTo>
                    <a:cubicBezTo>
                      <a:pt x="20639" y="6724"/>
                      <a:pt x="20639" y="12954"/>
                      <a:pt x="16797" y="16797"/>
                    </a:cubicBezTo>
                    <a:cubicBezTo>
                      <a:pt x="12953" y="20639"/>
                      <a:pt x="6724" y="20639"/>
                      <a:pt x="2881" y="16797"/>
                    </a:cubicBezTo>
                    <a:cubicBezTo>
                      <a:pt x="-961" y="12954"/>
                      <a:pt x="-961" y="6724"/>
                      <a:pt x="2881" y="2883"/>
                    </a:cubicBezTo>
                    <a:close/>
                  </a:path>
                </a:pathLst>
              </a:custGeom>
              <a:solidFill>
                <a:srgbClr val="FEC350"/>
              </a:solidFill>
              <a:ln w="12700" cap="flat">
                <a:noFill/>
                <a:miter lim="400000"/>
              </a:ln>
              <a:effectLst/>
            </p:spPr>
            <p:txBody>
              <a:bodyPr anchor="ctr"/>
              <a:lstStyle/>
              <a:p>
                <a:pPr algn="ctr"/>
                <a:endParaRPr b="1">
                  <a:solidFill>
                    <a:schemeClr val="bg1"/>
                  </a:solidFill>
                  <a:latin typeface="+mn-ea"/>
                </a:endParaRPr>
              </a:p>
            </p:txBody>
          </p:sp>
          <p:sp>
            <p:nvSpPr>
              <p:cNvPr id="30" name="iŝlïḋè"/>
              <p:cNvSpPr/>
              <p:nvPr/>
            </p:nvSpPr>
            <p:spPr>
              <a:xfrm>
                <a:off x="245534" y="214775"/>
                <a:ext cx="388799" cy="399556"/>
              </a:xfrm>
              <a:custGeom>
                <a:avLst/>
                <a:gdLst/>
                <a:ahLst/>
                <a:cxnLst>
                  <a:cxn ang="0">
                    <a:pos x="wd2" y="hd2"/>
                  </a:cxn>
                  <a:cxn ang="5400000">
                    <a:pos x="wd2" y="hd2"/>
                  </a:cxn>
                  <a:cxn ang="10800000">
                    <a:pos x="wd2" y="hd2"/>
                  </a:cxn>
                  <a:cxn ang="16200000">
                    <a:pos x="wd2" y="hd2"/>
                  </a:cxn>
                </a:cxnLst>
                <a:rect l="0" t="0" r="r" b="b"/>
                <a:pathLst>
                  <a:path w="21600" h="21494" extrusionOk="0">
                    <a:moveTo>
                      <a:pt x="17852" y="10732"/>
                    </a:moveTo>
                    <a:lnTo>
                      <a:pt x="15287" y="8141"/>
                    </a:lnTo>
                    <a:lnTo>
                      <a:pt x="14103" y="9287"/>
                    </a:lnTo>
                    <a:lnTo>
                      <a:pt x="16780" y="11770"/>
                    </a:lnTo>
                    <a:lnTo>
                      <a:pt x="14104" y="14253"/>
                    </a:lnTo>
                    <a:lnTo>
                      <a:pt x="15288" y="15399"/>
                    </a:lnTo>
                    <a:lnTo>
                      <a:pt x="17852" y="12808"/>
                    </a:lnTo>
                    <a:lnTo>
                      <a:pt x="20416" y="15399"/>
                    </a:lnTo>
                    <a:lnTo>
                      <a:pt x="21600" y="14253"/>
                    </a:lnTo>
                    <a:lnTo>
                      <a:pt x="18924" y="11770"/>
                    </a:lnTo>
                    <a:lnTo>
                      <a:pt x="21599" y="9287"/>
                    </a:lnTo>
                    <a:lnTo>
                      <a:pt x="20415" y="8141"/>
                    </a:lnTo>
                    <a:cubicBezTo>
                      <a:pt x="20415" y="8141"/>
                      <a:pt x="17852" y="10732"/>
                      <a:pt x="17852" y="10732"/>
                    </a:cubicBezTo>
                    <a:close/>
                    <a:moveTo>
                      <a:pt x="17840" y="20553"/>
                    </a:moveTo>
                    <a:cubicBezTo>
                      <a:pt x="17840" y="18126"/>
                      <a:pt x="15400" y="16891"/>
                      <a:pt x="13023" y="15899"/>
                    </a:cubicBezTo>
                    <a:cubicBezTo>
                      <a:pt x="10654" y="14912"/>
                      <a:pt x="9898" y="14080"/>
                      <a:pt x="9898" y="12297"/>
                    </a:cubicBezTo>
                    <a:cubicBezTo>
                      <a:pt x="9898" y="11229"/>
                      <a:pt x="10621" y="11577"/>
                      <a:pt x="10938" y="9617"/>
                    </a:cubicBezTo>
                    <a:cubicBezTo>
                      <a:pt x="11072" y="8804"/>
                      <a:pt x="11710" y="9604"/>
                      <a:pt x="11833" y="7749"/>
                    </a:cubicBezTo>
                    <a:cubicBezTo>
                      <a:pt x="11833" y="7010"/>
                      <a:pt x="11483" y="6826"/>
                      <a:pt x="11483" y="6826"/>
                    </a:cubicBezTo>
                    <a:cubicBezTo>
                      <a:pt x="11483" y="6826"/>
                      <a:pt x="11661" y="5732"/>
                      <a:pt x="11730" y="4889"/>
                    </a:cubicBezTo>
                    <a:cubicBezTo>
                      <a:pt x="11801" y="4006"/>
                      <a:pt x="11286" y="2123"/>
                      <a:pt x="9163" y="1545"/>
                    </a:cubicBezTo>
                    <a:cubicBezTo>
                      <a:pt x="8792" y="1177"/>
                      <a:pt x="8541" y="592"/>
                      <a:pt x="9684" y="7"/>
                    </a:cubicBezTo>
                    <a:cubicBezTo>
                      <a:pt x="7184" y="-106"/>
                      <a:pt x="6603" y="1160"/>
                      <a:pt x="5272" y="2092"/>
                    </a:cubicBezTo>
                    <a:cubicBezTo>
                      <a:pt x="4139" y="2909"/>
                      <a:pt x="3834" y="4202"/>
                      <a:pt x="3888" y="4890"/>
                    </a:cubicBezTo>
                    <a:cubicBezTo>
                      <a:pt x="3961" y="5733"/>
                      <a:pt x="4137" y="6827"/>
                      <a:pt x="4137" y="6827"/>
                    </a:cubicBezTo>
                    <a:cubicBezTo>
                      <a:pt x="4137" y="6827"/>
                      <a:pt x="3787" y="7011"/>
                      <a:pt x="3787" y="7750"/>
                    </a:cubicBezTo>
                    <a:cubicBezTo>
                      <a:pt x="3910" y="9606"/>
                      <a:pt x="4550" y="8805"/>
                      <a:pt x="4683" y="9618"/>
                    </a:cubicBezTo>
                    <a:cubicBezTo>
                      <a:pt x="5000" y="11578"/>
                      <a:pt x="5724" y="11230"/>
                      <a:pt x="5724" y="12298"/>
                    </a:cubicBezTo>
                    <a:cubicBezTo>
                      <a:pt x="5724" y="14081"/>
                      <a:pt x="5487" y="14686"/>
                      <a:pt x="3118" y="15674"/>
                    </a:cubicBezTo>
                    <a:cubicBezTo>
                      <a:pt x="740" y="16664"/>
                      <a:pt x="0" y="18253"/>
                      <a:pt x="12" y="20553"/>
                    </a:cubicBezTo>
                    <a:cubicBezTo>
                      <a:pt x="16" y="21241"/>
                      <a:pt x="0" y="21494"/>
                      <a:pt x="0" y="21494"/>
                    </a:cubicBezTo>
                    <a:lnTo>
                      <a:pt x="17852" y="21494"/>
                    </a:lnTo>
                    <a:cubicBezTo>
                      <a:pt x="17852" y="21494"/>
                      <a:pt x="17840" y="21241"/>
                      <a:pt x="17840" y="20553"/>
                    </a:cubicBezTo>
                    <a:close/>
                  </a:path>
                </a:pathLst>
              </a:custGeom>
              <a:solidFill>
                <a:schemeClr val="bg1"/>
              </a:solidFill>
              <a:ln w="12700" cap="flat">
                <a:noFill/>
                <a:miter lim="400000"/>
              </a:ln>
              <a:effectLst/>
            </p:spPr>
            <p:txBody>
              <a:bodyPr anchor="ctr"/>
              <a:lstStyle/>
              <a:p>
                <a:pPr algn="ctr"/>
                <a:endParaRPr b="1">
                  <a:solidFill>
                    <a:schemeClr val="bg1"/>
                  </a:solidFill>
                  <a:latin typeface="+mn-ea"/>
                </a:endParaRPr>
              </a:p>
            </p:txBody>
          </p:sp>
        </p:grpSp>
        <p:sp>
          <p:nvSpPr>
            <p:cNvPr id="11" name="îsḻiḓê"/>
            <p:cNvSpPr/>
            <p:nvPr/>
          </p:nvSpPr>
          <p:spPr>
            <a:xfrm>
              <a:off x="5081094" y="3056997"/>
              <a:ext cx="322907" cy="242180"/>
            </a:xfrm>
            <a:custGeom>
              <a:avLst/>
              <a:gdLst/>
              <a:ahLst/>
              <a:cxnLst>
                <a:cxn ang="0">
                  <a:pos x="wd2" y="hd2"/>
                </a:cxn>
                <a:cxn ang="5400000">
                  <a:pos x="wd2" y="hd2"/>
                </a:cxn>
                <a:cxn ang="10800000">
                  <a:pos x="wd2" y="hd2"/>
                </a:cxn>
                <a:cxn ang="16200000">
                  <a:pos x="wd2" y="hd2"/>
                </a:cxn>
              </a:cxnLst>
              <a:rect l="0" t="0" r="r" b="b"/>
              <a:pathLst>
                <a:path w="21600" h="21600" extrusionOk="0">
                  <a:moveTo>
                    <a:pt x="21262" y="12600"/>
                  </a:moveTo>
                  <a:cubicBezTo>
                    <a:pt x="21442" y="12600"/>
                    <a:pt x="21600" y="12811"/>
                    <a:pt x="21600" y="13050"/>
                  </a:cubicBezTo>
                  <a:lnTo>
                    <a:pt x="21600" y="15750"/>
                  </a:lnTo>
                  <a:cubicBezTo>
                    <a:pt x="21600" y="15989"/>
                    <a:pt x="21442" y="16200"/>
                    <a:pt x="21262" y="16200"/>
                  </a:cubicBezTo>
                  <a:lnTo>
                    <a:pt x="17550" y="16200"/>
                  </a:lnTo>
                  <a:lnTo>
                    <a:pt x="17550" y="21150"/>
                  </a:lnTo>
                  <a:cubicBezTo>
                    <a:pt x="17550" y="21389"/>
                    <a:pt x="17392" y="21600"/>
                    <a:pt x="17212" y="21600"/>
                  </a:cubicBezTo>
                  <a:lnTo>
                    <a:pt x="15187" y="21600"/>
                  </a:lnTo>
                  <a:cubicBezTo>
                    <a:pt x="15008" y="21600"/>
                    <a:pt x="14850" y="21389"/>
                    <a:pt x="14850" y="21150"/>
                  </a:cubicBezTo>
                  <a:lnTo>
                    <a:pt x="14850" y="16200"/>
                  </a:lnTo>
                  <a:lnTo>
                    <a:pt x="11137" y="16200"/>
                  </a:lnTo>
                  <a:cubicBezTo>
                    <a:pt x="10958" y="16200"/>
                    <a:pt x="10800" y="15989"/>
                    <a:pt x="10800" y="15750"/>
                  </a:cubicBezTo>
                  <a:lnTo>
                    <a:pt x="10800" y="13050"/>
                  </a:lnTo>
                  <a:cubicBezTo>
                    <a:pt x="10800" y="12811"/>
                    <a:pt x="10958" y="12600"/>
                    <a:pt x="11137" y="12600"/>
                  </a:cubicBezTo>
                  <a:lnTo>
                    <a:pt x="14850" y="12600"/>
                  </a:lnTo>
                  <a:lnTo>
                    <a:pt x="14850" y="7650"/>
                  </a:lnTo>
                  <a:cubicBezTo>
                    <a:pt x="14850" y="7411"/>
                    <a:pt x="15008" y="7200"/>
                    <a:pt x="15187" y="7200"/>
                  </a:cubicBezTo>
                  <a:lnTo>
                    <a:pt x="17212" y="7200"/>
                  </a:lnTo>
                  <a:cubicBezTo>
                    <a:pt x="17392" y="7200"/>
                    <a:pt x="17550" y="7411"/>
                    <a:pt x="17550" y="7650"/>
                  </a:cubicBezTo>
                  <a:lnTo>
                    <a:pt x="17550" y="12600"/>
                  </a:lnTo>
                  <a:cubicBezTo>
                    <a:pt x="17550" y="12600"/>
                    <a:pt x="21262" y="12600"/>
                    <a:pt x="21262" y="12600"/>
                  </a:cubicBezTo>
                  <a:close/>
                  <a:moveTo>
                    <a:pt x="3375" y="5400"/>
                  </a:moveTo>
                  <a:cubicBezTo>
                    <a:pt x="3375" y="2419"/>
                    <a:pt x="5189" y="0"/>
                    <a:pt x="7425" y="0"/>
                  </a:cubicBezTo>
                  <a:cubicBezTo>
                    <a:pt x="9661" y="0"/>
                    <a:pt x="11475" y="2419"/>
                    <a:pt x="11475" y="5400"/>
                  </a:cubicBezTo>
                  <a:cubicBezTo>
                    <a:pt x="11475" y="8381"/>
                    <a:pt x="9661" y="10800"/>
                    <a:pt x="7425" y="10800"/>
                  </a:cubicBezTo>
                  <a:cubicBezTo>
                    <a:pt x="5189" y="10800"/>
                    <a:pt x="3375" y="8381"/>
                    <a:pt x="3375" y="5400"/>
                  </a:cubicBezTo>
                  <a:close/>
                  <a:moveTo>
                    <a:pt x="11137" y="17550"/>
                  </a:moveTo>
                  <a:lnTo>
                    <a:pt x="13837" y="17550"/>
                  </a:lnTo>
                  <a:lnTo>
                    <a:pt x="13837" y="20897"/>
                  </a:lnTo>
                  <a:cubicBezTo>
                    <a:pt x="13321" y="21403"/>
                    <a:pt x="12667" y="21600"/>
                    <a:pt x="12034" y="21600"/>
                  </a:cubicBezTo>
                  <a:lnTo>
                    <a:pt x="2816" y="21600"/>
                  </a:lnTo>
                  <a:cubicBezTo>
                    <a:pt x="1129" y="21600"/>
                    <a:pt x="0" y="20250"/>
                    <a:pt x="0" y="17958"/>
                  </a:cubicBezTo>
                  <a:cubicBezTo>
                    <a:pt x="0" y="14780"/>
                    <a:pt x="559" y="9900"/>
                    <a:pt x="3649" y="9900"/>
                  </a:cubicBezTo>
                  <a:cubicBezTo>
                    <a:pt x="3818" y="9900"/>
                    <a:pt x="3934" y="9998"/>
                    <a:pt x="4061" y="10139"/>
                  </a:cubicBezTo>
                  <a:cubicBezTo>
                    <a:pt x="5094" y="11194"/>
                    <a:pt x="6096" y="11855"/>
                    <a:pt x="7425" y="11855"/>
                  </a:cubicBezTo>
                  <a:cubicBezTo>
                    <a:pt x="8754" y="11855"/>
                    <a:pt x="9756" y="11194"/>
                    <a:pt x="10789" y="10139"/>
                  </a:cubicBezTo>
                  <a:cubicBezTo>
                    <a:pt x="10916" y="9998"/>
                    <a:pt x="11032" y="9900"/>
                    <a:pt x="11201" y="9900"/>
                  </a:cubicBezTo>
                  <a:cubicBezTo>
                    <a:pt x="12097" y="9900"/>
                    <a:pt x="12888" y="10350"/>
                    <a:pt x="13489" y="11250"/>
                  </a:cubicBezTo>
                  <a:lnTo>
                    <a:pt x="11137" y="11250"/>
                  </a:lnTo>
                  <a:cubicBezTo>
                    <a:pt x="10399" y="11250"/>
                    <a:pt x="9788" y="12066"/>
                    <a:pt x="9788" y="13050"/>
                  </a:cubicBezTo>
                  <a:lnTo>
                    <a:pt x="9788" y="15750"/>
                  </a:lnTo>
                  <a:cubicBezTo>
                    <a:pt x="9788" y="16734"/>
                    <a:pt x="10399" y="17550"/>
                    <a:pt x="11137" y="17550"/>
                  </a:cubicBezTo>
                  <a:close/>
                </a:path>
              </a:pathLst>
            </a:custGeom>
            <a:solidFill>
              <a:srgbClr val="FFFFFF"/>
            </a:solidFill>
            <a:ln w="12700">
              <a:miter lim="400000"/>
            </a:ln>
          </p:spPr>
          <p:txBody>
            <a:bodyPr anchor="ctr"/>
            <a:lstStyle/>
            <a:p>
              <a:pPr algn="ctr"/>
              <a:endParaRPr b="1">
                <a:solidFill>
                  <a:schemeClr val="bg1"/>
                </a:solidFill>
                <a:latin typeface="+mn-ea"/>
              </a:endParaRPr>
            </a:p>
          </p:txBody>
        </p:sp>
        <p:sp>
          <p:nvSpPr>
            <p:cNvPr id="12" name="ï$ḷïďê"/>
            <p:cNvSpPr/>
            <p:nvPr/>
          </p:nvSpPr>
          <p:spPr>
            <a:xfrm>
              <a:off x="6847047" y="3074135"/>
              <a:ext cx="236258" cy="207907"/>
            </a:xfrm>
            <a:custGeom>
              <a:avLst/>
              <a:gdLst/>
              <a:ahLst/>
              <a:cxnLst>
                <a:cxn ang="0">
                  <a:pos x="wd2" y="hd2"/>
                </a:cxn>
                <a:cxn ang="5400000">
                  <a:pos x="wd2" y="hd2"/>
                </a:cxn>
                <a:cxn ang="10800000">
                  <a:pos x="wd2" y="hd2"/>
                </a:cxn>
                <a:cxn ang="16200000">
                  <a:pos x="wd2" y="hd2"/>
                </a:cxn>
              </a:cxnLst>
              <a:rect l="0" t="0" r="r" b="b"/>
              <a:pathLst>
                <a:path w="21600" h="21600" extrusionOk="0">
                  <a:moveTo>
                    <a:pt x="7776" y="5891"/>
                  </a:moveTo>
                  <a:lnTo>
                    <a:pt x="4320" y="5891"/>
                  </a:lnTo>
                  <a:cubicBezTo>
                    <a:pt x="4320" y="7855"/>
                    <a:pt x="4320" y="9818"/>
                    <a:pt x="4320" y="9818"/>
                  </a:cubicBezTo>
                  <a:cubicBezTo>
                    <a:pt x="4320" y="10907"/>
                    <a:pt x="5090" y="11782"/>
                    <a:pt x="6048" y="11782"/>
                  </a:cubicBezTo>
                  <a:cubicBezTo>
                    <a:pt x="7088" y="11782"/>
                    <a:pt x="7574" y="11782"/>
                    <a:pt x="7776" y="11782"/>
                  </a:cubicBezTo>
                  <a:cubicBezTo>
                    <a:pt x="7776" y="11782"/>
                    <a:pt x="7776" y="5891"/>
                    <a:pt x="7776" y="5891"/>
                  </a:cubicBezTo>
                  <a:close/>
                  <a:moveTo>
                    <a:pt x="21600" y="21600"/>
                  </a:moveTo>
                  <a:lnTo>
                    <a:pt x="6048" y="21600"/>
                  </a:lnTo>
                  <a:lnTo>
                    <a:pt x="6048" y="18655"/>
                  </a:lnTo>
                  <a:lnTo>
                    <a:pt x="7776" y="15709"/>
                  </a:lnTo>
                  <a:cubicBezTo>
                    <a:pt x="7628" y="15709"/>
                    <a:pt x="6197" y="15709"/>
                    <a:pt x="6048" y="15709"/>
                  </a:cubicBezTo>
                  <a:cubicBezTo>
                    <a:pt x="3186" y="15709"/>
                    <a:pt x="864" y="13070"/>
                    <a:pt x="864" y="9818"/>
                  </a:cubicBezTo>
                  <a:lnTo>
                    <a:pt x="864" y="4909"/>
                  </a:lnTo>
                  <a:lnTo>
                    <a:pt x="0" y="3927"/>
                  </a:lnTo>
                  <a:lnTo>
                    <a:pt x="432" y="1964"/>
                  </a:lnTo>
                  <a:lnTo>
                    <a:pt x="6912" y="1964"/>
                  </a:lnTo>
                  <a:lnTo>
                    <a:pt x="7344" y="0"/>
                  </a:lnTo>
                  <a:lnTo>
                    <a:pt x="20304" y="0"/>
                  </a:lnTo>
                  <a:lnTo>
                    <a:pt x="20736" y="2945"/>
                  </a:lnTo>
                  <a:lnTo>
                    <a:pt x="19872" y="3436"/>
                  </a:lnTo>
                  <a:lnTo>
                    <a:pt x="19872" y="15709"/>
                  </a:lnTo>
                  <a:lnTo>
                    <a:pt x="21600" y="18655"/>
                  </a:lnTo>
                  <a:cubicBezTo>
                    <a:pt x="21600" y="18655"/>
                    <a:pt x="21600" y="21600"/>
                    <a:pt x="21600" y="21600"/>
                  </a:cubicBezTo>
                  <a:close/>
                </a:path>
              </a:pathLst>
            </a:custGeom>
            <a:solidFill>
              <a:srgbClr val="FFFFFF"/>
            </a:solidFill>
            <a:ln w="12700">
              <a:miter lim="400000"/>
            </a:ln>
          </p:spPr>
          <p:txBody>
            <a:bodyPr anchor="ctr"/>
            <a:lstStyle/>
            <a:p>
              <a:pPr algn="ctr"/>
              <a:endParaRPr b="1">
                <a:solidFill>
                  <a:schemeClr val="bg1"/>
                </a:solidFill>
                <a:latin typeface="+mn-ea"/>
              </a:endParaRPr>
            </a:p>
          </p:txBody>
        </p:sp>
        <p:sp>
          <p:nvSpPr>
            <p:cNvPr id="13" name="iṣlîḋê"/>
            <p:cNvSpPr/>
            <p:nvPr/>
          </p:nvSpPr>
          <p:spPr>
            <a:xfrm>
              <a:off x="5932017" y="3849007"/>
              <a:ext cx="274713" cy="274713"/>
            </a:xfrm>
            <a:custGeom>
              <a:avLst/>
              <a:gdLst/>
              <a:ahLst/>
              <a:cxnLst>
                <a:cxn ang="0">
                  <a:pos x="wd2" y="hd2"/>
                </a:cxn>
                <a:cxn ang="5400000">
                  <a:pos x="wd2" y="hd2"/>
                </a:cxn>
                <a:cxn ang="10800000">
                  <a:pos x="wd2" y="hd2"/>
                </a:cxn>
                <a:cxn ang="16200000">
                  <a:pos x="wd2" y="hd2"/>
                </a:cxn>
              </a:cxnLst>
              <a:rect l="0" t="0" r="r" b="b"/>
              <a:pathLst>
                <a:path w="21600" h="21600" extrusionOk="0">
                  <a:moveTo>
                    <a:pt x="21138" y="19791"/>
                  </a:moveTo>
                  <a:lnTo>
                    <a:pt x="19803" y="21138"/>
                  </a:lnTo>
                  <a:cubicBezTo>
                    <a:pt x="19504" y="21425"/>
                    <a:pt x="19092" y="21600"/>
                    <a:pt x="18668" y="21600"/>
                  </a:cubicBezTo>
                  <a:cubicBezTo>
                    <a:pt x="18243" y="21600"/>
                    <a:pt x="17832" y="21425"/>
                    <a:pt x="17545" y="21138"/>
                  </a:cubicBezTo>
                  <a:lnTo>
                    <a:pt x="13015" y="16596"/>
                  </a:lnTo>
                  <a:cubicBezTo>
                    <a:pt x="12715" y="16309"/>
                    <a:pt x="12541" y="15897"/>
                    <a:pt x="12541" y="15473"/>
                  </a:cubicBezTo>
                  <a:cubicBezTo>
                    <a:pt x="12541" y="14999"/>
                    <a:pt x="12740" y="14612"/>
                    <a:pt x="13077" y="14275"/>
                  </a:cubicBezTo>
                  <a:lnTo>
                    <a:pt x="9883" y="11081"/>
                  </a:lnTo>
                  <a:lnTo>
                    <a:pt x="8311" y="12653"/>
                  </a:lnTo>
                  <a:cubicBezTo>
                    <a:pt x="8198" y="12765"/>
                    <a:pt x="8049" y="12828"/>
                    <a:pt x="7886" y="12828"/>
                  </a:cubicBezTo>
                  <a:cubicBezTo>
                    <a:pt x="7724" y="12828"/>
                    <a:pt x="7574" y="12765"/>
                    <a:pt x="7462" y="12653"/>
                  </a:cubicBezTo>
                  <a:cubicBezTo>
                    <a:pt x="7836" y="13027"/>
                    <a:pt x="8186" y="13302"/>
                    <a:pt x="8186" y="13876"/>
                  </a:cubicBezTo>
                  <a:cubicBezTo>
                    <a:pt x="8186" y="14200"/>
                    <a:pt x="8061" y="14487"/>
                    <a:pt x="7836" y="14724"/>
                  </a:cubicBezTo>
                  <a:cubicBezTo>
                    <a:pt x="7412" y="15174"/>
                    <a:pt x="6963" y="15773"/>
                    <a:pt x="6289" y="15773"/>
                  </a:cubicBezTo>
                  <a:cubicBezTo>
                    <a:pt x="5977" y="15773"/>
                    <a:pt x="5665" y="15648"/>
                    <a:pt x="5441" y="15423"/>
                  </a:cubicBezTo>
                  <a:lnTo>
                    <a:pt x="349" y="10332"/>
                  </a:lnTo>
                  <a:cubicBezTo>
                    <a:pt x="125" y="10107"/>
                    <a:pt x="0" y="9795"/>
                    <a:pt x="0" y="9484"/>
                  </a:cubicBezTo>
                  <a:cubicBezTo>
                    <a:pt x="0" y="8810"/>
                    <a:pt x="599" y="8360"/>
                    <a:pt x="1048" y="7936"/>
                  </a:cubicBezTo>
                  <a:cubicBezTo>
                    <a:pt x="1285" y="7712"/>
                    <a:pt x="1572" y="7587"/>
                    <a:pt x="1897" y="7587"/>
                  </a:cubicBezTo>
                  <a:cubicBezTo>
                    <a:pt x="2471" y="7587"/>
                    <a:pt x="2745" y="7936"/>
                    <a:pt x="3120" y="8311"/>
                  </a:cubicBezTo>
                  <a:cubicBezTo>
                    <a:pt x="3007" y="8198"/>
                    <a:pt x="2945" y="8049"/>
                    <a:pt x="2945" y="7886"/>
                  </a:cubicBezTo>
                  <a:cubicBezTo>
                    <a:pt x="2945" y="7724"/>
                    <a:pt x="3007" y="7574"/>
                    <a:pt x="3120" y="7462"/>
                  </a:cubicBezTo>
                  <a:lnTo>
                    <a:pt x="7462" y="3120"/>
                  </a:lnTo>
                  <a:cubicBezTo>
                    <a:pt x="7574" y="3007"/>
                    <a:pt x="7724" y="2945"/>
                    <a:pt x="7886" y="2945"/>
                  </a:cubicBezTo>
                  <a:cubicBezTo>
                    <a:pt x="8049" y="2945"/>
                    <a:pt x="8198" y="3007"/>
                    <a:pt x="8311" y="3120"/>
                  </a:cubicBezTo>
                  <a:cubicBezTo>
                    <a:pt x="7936" y="2745"/>
                    <a:pt x="7587" y="2471"/>
                    <a:pt x="7587" y="1897"/>
                  </a:cubicBezTo>
                  <a:cubicBezTo>
                    <a:pt x="7587" y="1572"/>
                    <a:pt x="7712" y="1285"/>
                    <a:pt x="7936" y="1048"/>
                  </a:cubicBezTo>
                  <a:cubicBezTo>
                    <a:pt x="8360" y="599"/>
                    <a:pt x="8810" y="0"/>
                    <a:pt x="9484" y="0"/>
                  </a:cubicBezTo>
                  <a:cubicBezTo>
                    <a:pt x="9795" y="0"/>
                    <a:pt x="10107" y="125"/>
                    <a:pt x="10332" y="349"/>
                  </a:cubicBezTo>
                  <a:lnTo>
                    <a:pt x="15423" y="5441"/>
                  </a:lnTo>
                  <a:cubicBezTo>
                    <a:pt x="15648" y="5665"/>
                    <a:pt x="15773" y="5977"/>
                    <a:pt x="15773" y="6289"/>
                  </a:cubicBezTo>
                  <a:cubicBezTo>
                    <a:pt x="15773" y="6963"/>
                    <a:pt x="15174" y="7412"/>
                    <a:pt x="14724" y="7836"/>
                  </a:cubicBezTo>
                  <a:cubicBezTo>
                    <a:pt x="14487" y="8061"/>
                    <a:pt x="14200" y="8186"/>
                    <a:pt x="13876" y="8186"/>
                  </a:cubicBezTo>
                  <a:cubicBezTo>
                    <a:pt x="13302" y="8186"/>
                    <a:pt x="13027" y="7836"/>
                    <a:pt x="12653" y="7462"/>
                  </a:cubicBezTo>
                  <a:cubicBezTo>
                    <a:pt x="12765" y="7574"/>
                    <a:pt x="12828" y="7724"/>
                    <a:pt x="12828" y="7886"/>
                  </a:cubicBezTo>
                  <a:cubicBezTo>
                    <a:pt x="12828" y="8049"/>
                    <a:pt x="12765" y="8198"/>
                    <a:pt x="12653" y="8311"/>
                  </a:cubicBezTo>
                  <a:lnTo>
                    <a:pt x="11081" y="9883"/>
                  </a:lnTo>
                  <a:lnTo>
                    <a:pt x="14275" y="13077"/>
                  </a:lnTo>
                  <a:cubicBezTo>
                    <a:pt x="14612" y="12740"/>
                    <a:pt x="14999" y="12541"/>
                    <a:pt x="15473" y="12541"/>
                  </a:cubicBezTo>
                  <a:cubicBezTo>
                    <a:pt x="15897" y="12541"/>
                    <a:pt x="16309" y="12715"/>
                    <a:pt x="16609" y="13002"/>
                  </a:cubicBezTo>
                  <a:lnTo>
                    <a:pt x="21138" y="17532"/>
                  </a:lnTo>
                  <a:cubicBezTo>
                    <a:pt x="21425" y="17832"/>
                    <a:pt x="21600" y="18243"/>
                    <a:pt x="21600" y="18668"/>
                  </a:cubicBezTo>
                  <a:cubicBezTo>
                    <a:pt x="21600" y="19092"/>
                    <a:pt x="21425" y="19504"/>
                    <a:pt x="21138" y="19791"/>
                  </a:cubicBezTo>
                  <a:close/>
                </a:path>
              </a:pathLst>
            </a:custGeom>
            <a:solidFill>
              <a:srgbClr val="FFFFFF"/>
            </a:solidFill>
            <a:ln w="12700">
              <a:miter lim="400000"/>
            </a:ln>
          </p:spPr>
          <p:txBody>
            <a:bodyPr anchor="ctr"/>
            <a:lstStyle/>
            <a:p>
              <a:pPr algn="ctr"/>
              <a:endParaRPr b="1">
                <a:solidFill>
                  <a:schemeClr val="bg1"/>
                </a:solidFill>
                <a:latin typeface="+mn-ea"/>
              </a:endParaRPr>
            </a:p>
          </p:txBody>
        </p:sp>
        <p:sp>
          <p:nvSpPr>
            <p:cNvPr id="25" name="iṥḷîḋe"/>
            <p:cNvSpPr txBox="1"/>
            <p:nvPr/>
          </p:nvSpPr>
          <p:spPr>
            <a:xfrm>
              <a:off x="7875638" y="3472727"/>
              <a:ext cx="3288631" cy="365384"/>
            </a:xfrm>
            <a:prstGeom prst="rect">
              <a:avLst/>
            </a:prstGeom>
            <a:noFill/>
          </p:spPr>
          <p:txBody>
            <a:bodyPr wrap="none" lIns="0" tIns="0" rIns="0" bIns="0" anchor="ctr" anchorCtr="0">
              <a:noAutofit/>
            </a:bodyPr>
            <a:lstStyle/>
            <a:p>
              <a:r>
                <a:rPr lang="en-US" altLang="zh-CN" sz="4000" b="1" dirty="0">
                  <a:solidFill>
                    <a:schemeClr val="bg1"/>
                  </a:solidFill>
                  <a:latin typeface="方正大黑简体" panose="02010601030101010101" charset="-122"/>
                  <a:ea typeface="方正大黑简体" panose="02010601030101010101" charset="-122"/>
                </a:rPr>
                <a:t>Innovation</a:t>
              </a:r>
              <a:endParaRPr lang="zh-CN" altLang="en-US" sz="4000" b="1" dirty="0">
                <a:solidFill>
                  <a:schemeClr val="bg1"/>
                </a:solidFill>
                <a:latin typeface="方正大黑简体" panose="02010601030101010101" charset="-122"/>
                <a:ea typeface="方正大黑简体" panose="02010601030101010101" charset="-122"/>
              </a:endParaRPr>
            </a:p>
          </p:txBody>
        </p:sp>
        <p:sp>
          <p:nvSpPr>
            <p:cNvPr id="21" name="ïṣ1îḑe"/>
            <p:cNvSpPr txBox="1"/>
            <p:nvPr/>
          </p:nvSpPr>
          <p:spPr>
            <a:xfrm>
              <a:off x="7256765" y="2274200"/>
              <a:ext cx="2504993" cy="365384"/>
            </a:xfrm>
            <a:prstGeom prst="rect">
              <a:avLst/>
            </a:prstGeom>
            <a:noFill/>
          </p:spPr>
          <p:txBody>
            <a:bodyPr wrap="none" lIns="0" tIns="0" rIns="0" bIns="0" anchor="ctr" anchorCtr="0">
              <a:noAutofit/>
            </a:bodyPr>
            <a:lstStyle/>
            <a:p>
              <a:r>
                <a:rPr lang="en-US" altLang="zh-CN" sz="4000" b="1" dirty="0">
                  <a:solidFill>
                    <a:schemeClr val="bg1"/>
                  </a:solidFill>
                  <a:latin typeface="方正大黑简体" panose="02010601030101010101" charset="-122"/>
                  <a:ea typeface="方正大黑简体" panose="02010601030101010101" charset="-122"/>
                </a:rPr>
                <a:t>Hematopoiesis</a:t>
              </a:r>
              <a:endParaRPr lang="zh-CN" altLang="en-US" sz="4000" b="1" dirty="0">
                <a:solidFill>
                  <a:schemeClr val="bg1"/>
                </a:solidFill>
                <a:latin typeface="方正大黑简体" panose="02010601030101010101" charset="-122"/>
                <a:ea typeface="方正大黑简体" panose="02010601030101010101" charset="-122"/>
              </a:endParaRPr>
            </a:p>
          </p:txBody>
        </p:sp>
        <p:sp>
          <p:nvSpPr>
            <p:cNvPr id="14" name="ïṥľide"/>
            <p:cNvSpPr txBox="1"/>
            <p:nvPr/>
          </p:nvSpPr>
          <p:spPr>
            <a:xfrm>
              <a:off x="5080682" y="4753755"/>
              <a:ext cx="2052228" cy="555392"/>
            </a:xfrm>
            <a:prstGeom prst="rect">
              <a:avLst/>
            </a:prstGeom>
            <a:noFill/>
          </p:spPr>
          <p:txBody>
            <a:bodyPr wrap="none" lIns="0" tIns="0" rIns="0" bIns="0" anchor="ctr" anchorCtr="1">
              <a:noAutofit/>
            </a:bodyPr>
            <a:lstStyle/>
            <a:p>
              <a:pPr algn="ctr"/>
              <a:r>
                <a:rPr lang="en-US" altLang="zh-CN" sz="4000" b="1" dirty="0">
                  <a:solidFill>
                    <a:schemeClr val="bg1"/>
                  </a:solidFill>
                  <a:latin typeface="方正大黑简体" panose="02010601030101010101" charset="-122"/>
                  <a:ea typeface="方正大黑简体" panose="02010601030101010101" charset="-122"/>
                </a:rPr>
                <a:t>Recovery safety</a:t>
              </a:r>
              <a:endParaRPr lang="zh-CN" altLang="en-US" sz="4000" b="1" dirty="0">
                <a:solidFill>
                  <a:schemeClr val="bg1"/>
                </a:solidFill>
                <a:latin typeface="方正大黑简体" panose="02010601030101010101" charset="-122"/>
                <a:ea typeface="方正大黑简体" panose="02010601030101010101" charset="-122"/>
              </a:endParaRPr>
            </a:p>
          </p:txBody>
        </p:sp>
        <p:sp>
          <p:nvSpPr>
            <p:cNvPr id="15" name="îṧlíďé"/>
            <p:cNvSpPr txBox="1"/>
            <p:nvPr/>
          </p:nvSpPr>
          <p:spPr>
            <a:xfrm>
              <a:off x="1043888" y="3472727"/>
              <a:ext cx="3207411" cy="365384"/>
            </a:xfrm>
            <a:prstGeom prst="rect">
              <a:avLst/>
            </a:prstGeom>
            <a:noFill/>
          </p:spPr>
          <p:txBody>
            <a:bodyPr wrap="none" lIns="0" tIns="0" rIns="0" bIns="0" anchor="ctr" anchorCtr="0">
              <a:noAutofit/>
            </a:bodyPr>
            <a:lstStyle/>
            <a:p>
              <a:pPr algn="r"/>
              <a:r>
                <a:rPr lang="en-US" altLang="zh-CN" sz="4000" b="1" dirty="0">
                  <a:solidFill>
                    <a:schemeClr val="bg1"/>
                  </a:solidFill>
                  <a:latin typeface="方正大黑简体" panose="02010601030101010101" charset="-122"/>
                  <a:ea typeface="方正大黑简体" panose="02010601030101010101" charset="-122"/>
                </a:rPr>
                <a:t>Simple</a:t>
              </a:r>
              <a:endParaRPr lang="zh-CN" altLang="en-US" sz="4000" b="1" dirty="0">
                <a:solidFill>
                  <a:schemeClr val="bg1"/>
                </a:solidFill>
                <a:latin typeface="方正大黑简体" panose="02010601030101010101" charset="-122"/>
                <a:ea typeface="方正大黑简体" panose="02010601030101010101" charset="-122"/>
              </a:endParaRPr>
            </a:p>
          </p:txBody>
        </p:sp>
        <p:sp>
          <p:nvSpPr>
            <p:cNvPr id="16" name="iṩľidé"/>
            <p:cNvSpPr txBox="1"/>
            <p:nvPr/>
          </p:nvSpPr>
          <p:spPr>
            <a:xfrm>
              <a:off x="2047838" y="2274200"/>
              <a:ext cx="2504993" cy="365384"/>
            </a:xfrm>
            <a:prstGeom prst="rect">
              <a:avLst/>
            </a:prstGeom>
            <a:noFill/>
          </p:spPr>
          <p:txBody>
            <a:bodyPr wrap="none" lIns="0" tIns="0" rIns="0" bIns="0" anchor="ctr" anchorCtr="0">
              <a:noAutofit/>
            </a:bodyPr>
            <a:lstStyle/>
            <a:p>
              <a:pPr algn="r"/>
              <a:r>
                <a:rPr lang="en-US" altLang="zh-CN" sz="4000" b="1" dirty="0">
                  <a:solidFill>
                    <a:schemeClr val="bg1"/>
                  </a:solidFill>
                  <a:latin typeface="方正大黑简体" panose="02010601030101010101" charset="-122"/>
                  <a:ea typeface="方正大黑简体" panose="02010601030101010101" charset="-122"/>
                </a:rPr>
                <a:t>Continuous</a:t>
              </a:r>
              <a:endParaRPr lang="zh-CN" altLang="en-US" sz="4000" b="1" dirty="0">
                <a:solidFill>
                  <a:schemeClr val="bg1"/>
                </a:solidFill>
                <a:latin typeface="方正大黑简体" panose="02010601030101010101" charset="-122"/>
                <a:ea typeface="方正大黑简体" panose="02010601030101010101" charset="-122"/>
              </a:endParaRPr>
            </a:p>
          </p:txBody>
        </p:sp>
      </p:grpSp>
      <p:grpSp>
        <p:nvGrpSpPr>
          <p:cNvPr id="33" name="组合 32"/>
          <p:cNvGrpSpPr/>
          <p:nvPr/>
        </p:nvGrpSpPr>
        <p:grpSpPr>
          <a:xfrm>
            <a:off x="1808480" y="819150"/>
            <a:ext cx="8032637" cy="1202049"/>
            <a:chOff x="1120877" y="766916"/>
            <a:chExt cx="4689374" cy="1202165"/>
          </a:xfrm>
        </p:grpSpPr>
        <p:sp>
          <p:nvSpPr>
            <p:cNvPr id="34" name="矩形 33"/>
            <p:cNvSpPr/>
            <p:nvPr/>
          </p:nvSpPr>
          <p:spPr>
            <a:xfrm>
              <a:off x="1120877" y="766916"/>
              <a:ext cx="501446" cy="648929"/>
            </a:xfrm>
            <a:prstGeom prst="rect">
              <a:avLst/>
            </a:prstGeom>
            <a:solidFill>
              <a:srgbClr val="FEC35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Textfeld 29"/>
            <p:cNvSpPr txBox="1"/>
            <p:nvPr/>
          </p:nvSpPr>
          <p:spPr>
            <a:xfrm>
              <a:off x="1869713" y="799417"/>
              <a:ext cx="3940538" cy="1169664"/>
            </a:xfrm>
            <a:prstGeom prst="rect">
              <a:avLst/>
            </a:prstGeom>
            <a:noFill/>
          </p:spPr>
          <p:txBody>
            <a:bodyPr wrap="square" rtlCol="0">
              <a:spAutoFit/>
            </a:bodyPr>
            <a:lstStyle/>
            <a:p>
              <a:pPr defTabSz="228600"/>
              <a:r>
                <a:rPr lang="en-US" altLang="zh-CN" sz="3500" b="1" spc="600" dirty="0">
                  <a:solidFill>
                    <a:schemeClr val="bg1"/>
                  </a:solidFill>
                  <a:latin typeface="微软雅黑" panose="020B0503020204020204" pitchFamily="34" charset="-122"/>
                  <a:ea typeface="微软雅黑" panose="020B0503020204020204" pitchFamily="34" charset="-122"/>
                  <a:sym typeface="+mn-ea"/>
                </a:rPr>
                <a:t>Good Luck</a:t>
              </a:r>
              <a:r>
                <a:rPr lang="en-US" altLang="zh-CN" sz="35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 Advantage</a:t>
              </a:r>
              <a:endParaRPr lang="zh-CN" altLang="en-US" sz="35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grpSp>
      <p:pic>
        <p:nvPicPr>
          <p:cNvPr id="2" name="图片 1" descr="Good Luck logo-已转曲(1)"/>
          <p:cNvPicPr>
            <a:picLocks noChangeAspect="1"/>
          </p:cNvPicPr>
          <p:nvPr>
            <p:custDataLst>
              <p:tags r:id="rId2"/>
            </p:custDataLst>
          </p:nvPr>
        </p:nvPicPr>
        <p:blipFill>
          <a:blip r:embed="rId5"/>
          <a:stretch>
            <a:fillRect/>
          </a:stretch>
        </p:blipFill>
        <p:spPr>
          <a:xfrm>
            <a:off x="226695" y="196850"/>
            <a:ext cx="1271270" cy="127127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advTm="3000">
        <p14:gallery dir="l"/>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dbd4eb02-dbbf-46ca-b5ee-9d55a5d92a3d"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1100513" y="1946507"/>
            <a:ext cx="9990455" cy="4687569"/>
            <a:chOff x="587931" y="1392622"/>
            <a:chExt cx="11045193" cy="5182457"/>
          </a:xfrm>
        </p:grpSpPr>
        <p:grpSp>
          <p:nvGrpSpPr>
            <p:cNvPr id="4" name="íšḷíḑè"/>
            <p:cNvGrpSpPr/>
            <p:nvPr/>
          </p:nvGrpSpPr>
          <p:grpSpPr>
            <a:xfrm>
              <a:off x="587931" y="1556792"/>
              <a:ext cx="2219962" cy="2112150"/>
              <a:chOff x="1127448" y="1864978"/>
              <a:chExt cx="2219962" cy="2112150"/>
            </a:xfrm>
          </p:grpSpPr>
          <p:sp>
            <p:nvSpPr>
              <p:cNvPr id="43" name="ís1ïḋê"/>
              <p:cNvSpPr/>
              <p:nvPr/>
            </p:nvSpPr>
            <p:spPr bwMode="auto">
              <a:xfrm>
                <a:off x="1127448" y="1864978"/>
                <a:ext cx="2219962" cy="2112150"/>
              </a:xfrm>
              <a:custGeom>
                <a:avLst/>
                <a:gdLst>
                  <a:gd name="T0" fmla="*/ 203 w 383"/>
                  <a:gd name="T1" fmla="*/ 0 h 362"/>
                  <a:gd name="T2" fmla="*/ 60 w 383"/>
                  <a:gd name="T3" fmla="*/ 71 h 362"/>
                  <a:gd name="T4" fmla="*/ 60 w 383"/>
                  <a:gd name="T5" fmla="*/ 71 h 362"/>
                  <a:gd name="T6" fmla="*/ 47 w 383"/>
                  <a:gd name="T7" fmla="*/ 90 h 362"/>
                  <a:gd name="T8" fmla="*/ 36 w 383"/>
                  <a:gd name="T9" fmla="*/ 113 h 362"/>
                  <a:gd name="T10" fmla="*/ 0 w 383"/>
                  <a:gd name="T11" fmla="*/ 105 h 362"/>
                  <a:gd name="T12" fmla="*/ 50 w 383"/>
                  <a:gd name="T13" fmla="*/ 181 h 362"/>
                  <a:gd name="T14" fmla="*/ 126 w 383"/>
                  <a:gd name="T15" fmla="*/ 131 h 362"/>
                  <a:gd name="T16" fmla="*/ 92 w 383"/>
                  <a:gd name="T17" fmla="*/ 124 h 362"/>
                  <a:gd name="T18" fmla="*/ 95 w 383"/>
                  <a:gd name="T19" fmla="*/ 119 h 362"/>
                  <a:gd name="T20" fmla="*/ 100 w 383"/>
                  <a:gd name="T21" fmla="*/ 111 h 362"/>
                  <a:gd name="T22" fmla="*/ 100 w 383"/>
                  <a:gd name="T23" fmla="*/ 111 h 362"/>
                  <a:gd name="T24" fmla="*/ 203 w 383"/>
                  <a:gd name="T25" fmla="*/ 57 h 362"/>
                  <a:gd name="T26" fmla="*/ 327 w 383"/>
                  <a:gd name="T27" fmla="*/ 181 h 362"/>
                  <a:gd name="T28" fmla="*/ 203 w 383"/>
                  <a:gd name="T29" fmla="*/ 305 h 362"/>
                  <a:gd name="T30" fmla="*/ 79 w 383"/>
                  <a:gd name="T31" fmla="*/ 181 h 362"/>
                  <a:gd name="T32" fmla="*/ 79 w 383"/>
                  <a:gd name="T33" fmla="*/ 180 h 362"/>
                  <a:gd name="T34" fmla="*/ 46 w 383"/>
                  <a:gd name="T35" fmla="*/ 202 h 362"/>
                  <a:gd name="T36" fmla="*/ 23 w 383"/>
                  <a:gd name="T37" fmla="*/ 167 h 362"/>
                  <a:gd name="T38" fmla="*/ 22 w 383"/>
                  <a:gd name="T39" fmla="*/ 181 h 362"/>
                  <a:gd name="T40" fmla="*/ 203 w 383"/>
                  <a:gd name="T41" fmla="*/ 362 h 362"/>
                  <a:gd name="T42" fmla="*/ 383 w 383"/>
                  <a:gd name="T43" fmla="*/ 181 h 362"/>
                  <a:gd name="T44" fmla="*/ 203 w 383"/>
                  <a:gd name="T45" fmla="*/ 0 h 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83" h="362">
                    <a:moveTo>
                      <a:pt x="203" y="0"/>
                    </a:moveTo>
                    <a:cubicBezTo>
                      <a:pt x="145" y="0"/>
                      <a:pt x="93" y="28"/>
                      <a:pt x="60" y="71"/>
                    </a:cubicBezTo>
                    <a:cubicBezTo>
                      <a:pt x="60" y="71"/>
                      <a:pt x="60" y="71"/>
                      <a:pt x="60" y="71"/>
                    </a:cubicBezTo>
                    <a:cubicBezTo>
                      <a:pt x="55" y="77"/>
                      <a:pt x="50" y="84"/>
                      <a:pt x="47" y="90"/>
                    </a:cubicBezTo>
                    <a:cubicBezTo>
                      <a:pt x="42" y="98"/>
                      <a:pt x="39" y="105"/>
                      <a:pt x="36" y="113"/>
                    </a:cubicBezTo>
                    <a:cubicBezTo>
                      <a:pt x="0" y="105"/>
                      <a:pt x="0" y="105"/>
                      <a:pt x="0" y="105"/>
                    </a:cubicBezTo>
                    <a:cubicBezTo>
                      <a:pt x="50" y="181"/>
                      <a:pt x="50" y="181"/>
                      <a:pt x="50" y="181"/>
                    </a:cubicBezTo>
                    <a:cubicBezTo>
                      <a:pt x="126" y="131"/>
                      <a:pt x="126" y="131"/>
                      <a:pt x="126" y="131"/>
                    </a:cubicBezTo>
                    <a:cubicBezTo>
                      <a:pt x="92" y="124"/>
                      <a:pt x="92" y="124"/>
                      <a:pt x="92" y="124"/>
                    </a:cubicBezTo>
                    <a:cubicBezTo>
                      <a:pt x="93" y="122"/>
                      <a:pt x="94" y="120"/>
                      <a:pt x="95" y="119"/>
                    </a:cubicBezTo>
                    <a:cubicBezTo>
                      <a:pt x="97" y="116"/>
                      <a:pt x="99" y="113"/>
                      <a:pt x="100" y="111"/>
                    </a:cubicBezTo>
                    <a:cubicBezTo>
                      <a:pt x="100" y="111"/>
                      <a:pt x="100" y="111"/>
                      <a:pt x="100" y="111"/>
                    </a:cubicBezTo>
                    <a:cubicBezTo>
                      <a:pt x="123" y="78"/>
                      <a:pt x="160" y="57"/>
                      <a:pt x="203" y="57"/>
                    </a:cubicBezTo>
                    <a:cubicBezTo>
                      <a:pt x="271" y="57"/>
                      <a:pt x="327" y="112"/>
                      <a:pt x="327" y="181"/>
                    </a:cubicBezTo>
                    <a:cubicBezTo>
                      <a:pt x="327" y="250"/>
                      <a:pt x="271" y="305"/>
                      <a:pt x="203" y="305"/>
                    </a:cubicBezTo>
                    <a:cubicBezTo>
                      <a:pt x="134" y="305"/>
                      <a:pt x="79" y="250"/>
                      <a:pt x="79" y="181"/>
                    </a:cubicBezTo>
                    <a:cubicBezTo>
                      <a:pt x="79" y="180"/>
                      <a:pt x="79" y="180"/>
                      <a:pt x="79" y="180"/>
                    </a:cubicBezTo>
                    <a:cubicBezTo>
                      <a:pt x="46" y="202"/>
                      <a:pt x="46" y="202"/>
                      <a:pt x="46" y="202"/>
                    </a:cubicBezTo>
                    <a:cubicBezTo>
                      <a:pt x="23" y="167"/>
                      <a:pt x="23" y="167"/>
                      <a:pt x="23" y="167"/>
                    </a:cubicBezTo>
                    <a:cubicBezTo>
                      <a:pt x="22" y="171"/>
                      <a:pt x="22" y="176"/>
                      <a:pt x="22" y="181"/>
                    </a:cubicBezTo>
                    <a:cubicBezTo>
                      <a:pt x="22" y="281"/>
                      <a:pt x="103" y="362"/>
                      <a:pt x="203" y="362"/>
                    </a:cubicBezTo>
                    <a:cubicBezTo>
                      <a:pt x="302" y="362"/>
                      <a:pt x="383" y="281"/>
                      <a:pt x="383" y="181"/>
                    </a:cubicBezTo>
                    <a:cubicBezTo>
                      <a:pt x="383" y="81"/>
                      <a:pt x="302" y="0"/>
                      <a:pt x="203" y="0"/>
                    </a:cubicBezTo>
                    <a:close/>
                  </a:path>
                </a:pathLst>
              </a:custGeom>
              <a:solidFill>
                <a:schemeClr val="accent1"/>
              </a:solidFill>
              <a:ln>
                <a:noFill/>
              </a:ln>
            </p:spPr>
            <p:txBody>
              <a:bodyPr anchor="ctr"/>
              <a:lstStyle/>
              <a:p>
                <a:pPr algn="ctr"/>
                <a:endParaRPr b="1">
                  <a:solidFill>
                    <a:schemeClr val="bg1"/>
                  </a:solidFill>
                  <a:latin typeface="+mn-ea"/>
                </a:endParaRPr>
              </a:p>
            </p:txBody>
          </p:sp>
          <p:grpSp>
            <p:nvGrpSpPr>
              <p:cNvPr id="44" name="iṥḷiḍé"/>
              <p:cNvGrpSpPr/>
              <p:nvPr/>
            </p:nvGrpSpPr>
            <p:grpSpPr>
              <a:xfrm>
                <a:off x="1663357" y="2528835"/>
                <a:ext cx="1277010" cy="1065697"/>
                <a:chOff x="5318962" y="2904512"/>
                <a:chExt cx="1712883" cy="1429447"/>
              </a:xfrm>
            </p:grpSpPr>
            <p:sp>
              <p:nvSpPr>
                <p:cNvPr id="45" name="ïşļîḍè"/>
                <p:cNvSpPr>
                  <a:spLocks noChangeAspect="1"/>
                </p:cNvSpPr>
                <p:nvPr/>
              </p:nvSpPr>
              <p:spPr bwMode="auto">
                <a:xfrm>
                  <a:off x="5870691" y="2904512"/>
                  <a:ext cx="609685" cy="581453"/>
                </a:xfrm>
                <a:custGeom>
                  <a:avLst/>
                  <a:gdLst>
                    <a:gd name="connsiteX0" fmla="*/ 315778 w 607639"/>
                    <a:gd name="connsiteY0" fmla="*/ 173080 h 579502"/>
                    <a:gd name="connsiteX1" fmla="*/ 315778 w 607639"/>
                    <a:gd name="connsiteY1" fmla="*/ 266058 h 579502"/>
                    <a:gd name="connsiteX2" fmla="*/ 303493 w 607639"/>
                    <a:gd name="connsiteY2" fmla="*/ 278325 h 579502"/>
                    <a:gd name="connsiteX3" fmla="*/ 210375 w 607639"/>
                    <a:gd name="connsiteY3" fmla="*/ 278325 h 579502"/>
                    <a:gd name="connsiteX4" fmla="*/ 303493 w 607639"/>
                    <a:gd name="connsiteY4" fmla="*/ 359925 h 579502"/>
                    <a:gd name="connsiteX5" fmla="*/ 397500 w 607639"/>
                    <a:gd name="connsiteY5" fmla="*/ 266058 h 579502"/>
                    <a:gd name="connsiteX6" fmla="*/ 315778 w 607639"/>
                    <a:gd name="connsiteY6" fmla="*/ 173080 h 579502"/>
                    <a:gd name="connsiteX7" fmla="*/ 249814 w 607639"/>
                    <a:gd name="connsiteY7" fmla="*/ 160816 h 579502"/>
                    <a:gd name="connsiteX8" fmla="*/ 198110 w 607639"/>
                    <a:gd name="connsiteY8" fmla="*/ 212449 h 579502"/>
                    <a:gd name="connsiteX9" fmla="*/ 249814 w 607639"/>
                    <a:gd name="connsiteY9" fmla="*/ 212449 h 579502"/>
                    <a:gd name="connsiteX10" fmla="*/ 303493 w 607639"/>
                    <a:gd name="connsiteY10" fmla="*/ 147835 h 579502"/>
                    <a:gd name="connsiteX11" fmla="*/ 421981 w 607639"/>
                    <a:gd name="connsiteY11" fmla="*/ 266058 h 579502"/>
                    <a:gd name="connsiteX12" fmla="*/ 303493 w 607639"/>
                    <a:gd name="connsiteY12" fmla="*/ 384370 h 579502"/>
                    <a:gd name="connsiteX13" fmla="*/ 185093 w 607639"/>
                    <a:gd name="connsiteY13" fmla="*/ 266058 h 579502"/>
                    <a:gd name="connsiteX14" fmla="*/ 197289 w 607639"/>
                    <a:gd name="connsiteY14" fmla="*/ 253880 h 579502"/>
                    <a:gd name="connsiteX15" fmla="*/ 291297 w 607639"/>
                    <a:gd name="connsiteY15" fmla="*/ 253880 h 579502"/>
                    <a:gd name="connsiteX16" fmla="*/ 291297 w 607639"/>
                    <a:gd name="connsiteY16" fmla="*/ 160013 h 579502"/>
                    <a:gd name="connsiteX17" fmla="*/ 303493 w 607639"/>
                    <a:gd name="connsiteY17" fmla="*/ 147835 h 579502"/>
                    <a:gd name="connsiteX18" fmla="*/ 262095 w 607639"/>
                    <a:gd name="connsiteY18" fmla="*/ 135133 h 579502"/>
                    <a:gd name="connsiteX19" fmla="*/ 274287 w 607639"/>
                    <a:gd name="connsiteY19" fmla="*/ 147397 h 579502"/>
                    <a:gd name="connsiteX20" fmla="*/ 274287 w 607639"/>
                    <a:gd name="connsiteY20" fmla="*/ 224713 h 579502"/>
                    <a:gd name="connsiteX21" fmla="*/ 262095 w 607639"/>
                    <a:gd name="connsiteY21" fmla="*/ 236888 h 579502"/>
                    <a:gd name="connsiteX22" fmla="*/ 184672 w 607639"/>
                    <a:gd name="connsiteY22" fmla="*/ 236888 h 579502"/>
                    <a:gd name="connsiteX23" fmla="*/ 172391 w 607639"/>
                    <a:gd name="connsiteY23" fmla="*/ 224713 h 579502"/>
                    <a:gd name="connsiteX24" fmla="*/ 262095 w 607639"/>
                    <a:gd name="connsiteY24" fmla="*/ 135133 h 579502"/>
                    <a:gd name="connsiteX25" fmla="*/ 58120 w 607639"/>
                    <a:gd name="connsiteY25" fmla="*/ 108514 h 579502"/>
                    <a:gd name="connsiteX26" fmla="*/ 58120 w 607639"/>
                    <a:gd name="connsiteY26" fmla="*/ 413970 h 579502"/>
                    <a:gd name="connsiteX27" fmla="*/ 549430 w 607639"/>
                    <a:gd name="connsiteY27" fmla="*/ 413970 h 579502"/>
                    <a:gd name="connsiteX28" fmla="*/ 549430 w 607639"/>
                    <a:gd name="connsiteY28" fmla="*/ 108514 h 579502"/>
                    <a:gd name="connsiteX29" fmla="*/ 27236 w 607639"/>
                    <a:gd name="connsiteY29" fmla="*/ 56079 h 579502"/>
                    <a:gd name="connsiteX30" fmla="*/ 27236 w 607639"/>
                    <a:gd name="connsiteY30" fmla="*/ 81319 h 579502"/>
                    <a:gd name="connsiteX31" fmla="*/ 580403 w 607639"/>
                    <a:gd name="connsiteY31" fmla="*/ 81319 h 579502"/>
                    <a:gd name="connsiteX32" fmla="*/ 580403 w 607639"/>
                    <a:gd name="connsiteY32" fmla="*/ 56079 h 579502"/>
                    <a:gd name="connsiteX33" fmla="*/ 303775 w 607639"/>
                    <a:gd name="connsiteY33" fmla="*/ 0 h 579502"/>
                    <a:gd name="connsiteX34" fmla="*/ 317393 w 607639"/>
                    <a:gd name="connsiteY34" fmla="*/ 13597 h 579502"/>
                    <a:gd name="connsiteX35" fmla="*/ 317393 w 607639"/>
                    <a:gd name="connsiteY35" fmla="*/ 28884 h 579502"/>
                    <a:gd name="connsiteX36" fmla="*/ 580403 w 607639"/>
                    <a:gd name="connsiteY36" fmla="*/ 28884 h 579502"/>
                    <a:gd name="connsiteX37" fmla="*/ 607639 w 607639"/>
                    <a:gd name="connsiteY37" fmla="*/ 56079 h 579502"/>
                    <a:gd name="connsiteX38" fmla="*/ 607639 w 607639"/>
                    <a:gd name="connsiteY38" fmla="*/ 81319 h 579502"/>
                    <a:gd name="connsiteX39" fmla="*/ 580403 w 607639"/>
                    <a:gd name="connsiteY39" fmla="*/ 108514 h 579502"/>
                    <a:gd name="connsiteX40" fmla="*/ 576665 w 607639"/>
                    <a:gd name="connsiteY40" fmla="*/ 108514 h 579502"/>
                    <a:gd name="connsiteX41" fmla="*/ 576665 w 607639"/>
                    <a:gd name="connsiteY41" fmla="*/ 413970 h 579502"/>
                    <a:gd name="connsiteX42" fmla="*/ 549430 w 607639"/>
                    <a:gd name="connsiteY42" fmla="*/ 441165 h 579502"/>
                    <a:gd name="connsiteX43" fmla="*/ 317393 w 607639"/>
                    <a:gd name="connsiteY43" fmla="*/ 441165 h 579502"/>
                    <a:gd name="connsiteX44" fmla="*/ 317393 w 607639"/>
                    <a:gd name="connsiteY44" fmla="*/ 481069 h 579502"/>
                    <a:gd name="connsiteX45" fmla="*/ 418236 w 607639"/>
                    <a:gd name="connsiteY45" fmla="*/ 554923 h 579502"/>
                    <a:gd name="connsiteX46" fmla="*/ 421173 w 607639"/>
                    <a:gd name="connsiteY46" fmla="*/ 573942 h 579502"/>
                    <a:gd name="connsiteX47" fmla="*/ 410225 w 607639"/>
                    <a:gd name="connsiteY47" fmla="*/ 579452 h 579502"/>
                    <a:gd name="connsiteX48" fmla="*/ 402215 w 607639"/>
                    <a:gd name="connsiteY48" fmla="*/ 576874 h 579502"/>
                    <a:gd name="connsiteX49" fmla="*/ 317393 w 607639"/>
                    <a:gd name="connsiteY49" fmla="*/ 514752 h 579502"/>
                    <a:gd name="connsiteX50" fmla="*/ 317393 w 607639"/>
                    <a:gd name="connsiteY50" fmla="*/ 565854 h 579502"/>
                    <a:gd name="connsiteX51" fmla="*/ 303775 w 607639"/>
                    <a:gd name="connsiteY51" fmla="*/ 579452 h 579502"/>
                    <a:gd name="connsiteX52" fmla="*/ 290157 w 607639"/>
                    <a:gd name="connsiteY52" fmla="*/ 565854 h 579502"/>
                    <a:gd name="connsiteX53" fmla="*/ 290157 w 607639"/>
                    <a:gd name="connsiteY53" fmla="*/ 514752 h 579502"/>
                    <a:gd name="connsiteX54" fmla="*/ 205424 w 607639"/>
                    <a:gd name="connsiteY54" fmla="*/ 576874 h 579502"/>
                    <a:gd name="connsiteX55" fmla="*/ 186377 w 607639"/>
                    <a:gd name="connsiteY55" fmla="*/ 573942 h 579502"/>
                    <a:gd name="connsiteX56" fmla="*/ 189314 w 607639"/>
                    <a:gd name="connsiteY56" fmla="*/ 554923 h 579502"/>
                    <a:gd name="connsiteX57" fmla="*/ 290157 w 607639"/>
                    <a:gd name="connsiteY57" fmla="*/ 481069 h 579502"/>
                    <a:gd name="connsiteX58" fmla="*/ 290157 w 607639"/>
                    <a:gd name="connsiteY58" fmla="*/ 441165 h 579502"/>
                    <a:gd name="connsiteX59" fmla="*/ 58120 w 607639"/>
                    <a:gd name="connsiteY59" fmla="*/ 441165 h 579502"/>
                    <a:gd name="connsiteX60" fmla="*/ 30885 w 607639"/>
                    <a:gd name="connsiteY60" fmla="*/ 413970 h 579502"/>
                    <a:gd name="connsiteX61" fmla="*/ 30885 w 607639"/>
                    <a:gd name="connsiteY61" fmla="*/ 108514 h 579502"/>
                    <a:gd name="connsiteX62" fmla="*/ 27236 w 607639"/>
                    <a:gd name="connsiteY62" fmla="*/ 108514 h 579502"/>
                    <a:gd name="connsiteX63" fmla="*/ 0 w 607639"/>
                    <a:gd name="connsiteY63" fmla="*/ 81319 h 579502"/>
                    <a:gd name="connsiteX64" fmla="*/ 0 w 607639"/>
                    <a:gd name="connsiteY64" fmla="*/ 56079 h 579502"/>
                    <a:gd name="connsiteX65" fmla="*/ 27236 w 607639"/>
                    <a:gd name="connsiteY65" fmla="*/ 28884 h 579502"/>
                    <a:gd name="connsiteX66" fmla="*/ 290157 w 607639"/>
                    <a:gd name="connsiteY66" fmla="*/ 28884 h 579502"/>
                    <a:gd name="connsiteX67" fmla="*/ 290157 w 607639"/>
                    <a:gd name="connsiteY67" fmla="*/ 13597 h 579502"/>
                    <a:gd name="connsiteX68" fmla="*/ 303775 w 607639"/>
                    <a:gd name="connsiteY68" fmla="*/ 0 h 579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607639" h="579502">
                      <a:moveTo>
                        <a:pt x="315778" y="173080"/>
                      </a:moveTo>
                      <a:lnTo>
                        <a:pt x="315778" y="266058"/>
                      </a:lnTo>
                      <a:cubicBezTo>
                        <a:pt x="315778" y="272814"/>
                        <a:pt x="310258" y="278325"/>
                        <a:pt x="303493" y="278325"/>
                      </a:cubicBezTo>
                      <a:lnTo>
                        <a:pt x="210375" y="278325"/>
                      </a:lnTo>
                      <a:cubicBezTo>
                        <a:pt x="216429" y="324281"/>
                        <a:pt x="255866" y="359925"/>
                        <a:pt x="303493" y="359925"/>
                      </a:cubicBezTo>
                      <a:cubicBezTo>
                        <a:pt x="355303" y="359925"/>
                        <a:pt x="397500" y="317792"/>
                        <a:pt x="397500" y="266058"/>
                      </a:cubicBezTo>
                      <a:cubicBezTo>
                        <a:pt x="397500" y="218502"/>
                        <a:pt x="361802" y="179124"/>
                        <a:pt x="315778" y="173080"/>
                      </a:cubicBezTo>
                      <a:close/>
                      <a:moveTo>
                        <a:pt x="249814" y="160816"/>
                      </a:moveTo>
                      <a:cubicBezTo>
                        <a:pt x="223740" y="165793"/>
                        <a:pt x="203093" y="186410"/>
                        <a:pt x="198110" y="212449"/>
                      </a:cubicBezTo>
                      <a:lnTo>
                        <a:pt x="249814" y="212449"/>
                      </a:lnTo>
                      <a:close/>
                      <a:moveTo>
                        <a:pt x="303493" y="147835"/>
                      </a:moveTo>
                      <a:cubicBezTo>
                        <a:pt x="368835" y="147835"/>
                        <a:pt x="421981" y="200902"/>
                        <a:pt x="421981" y="266058"/>
                      </a:cubicBezTo>
                      <a:cubicBezTo>
                        <a:pt x="421981" y="331303"/>
                        <a:pt x="368835" y="384370"/>
                        <a:pt x="303493" y="384370"/>
                      </a:cubicBezTo>
                      <a:cubicBezTo>
                        <a:pt x="238239" y="384370"/>
                        <a:pt x="185093" y="331303"/>
                        <a:pt x="185093" y="266058"/>
                      </a:cubicBezTo>
                      <a:cubicBezTo>
                        <a:pt x="185093" y="259303"/>
                        <a:pt x="190523" y="253880"/>
                        <a:pt x="197289" y="253880"/>
                      </a:cubicBezTo>
                      <a:lnTo>
                        <a:pt x="291297" y="253880"/>
                      </a:lnTo>
                      <a:lnTo>
                        <a:pt x="291297" y="160013"/>
                      </a:lnTo>
                      <a:cubicBezTo>
                        <a:pt x="291297" y="153257"/>
                        <a:pt x="296727" y="147835"/>
                        <a:pt x="303493" y="147835"/>
                      </a:cubicBezTo>
                      <a:close/>
                      <a:moveTo>
                        <a:pt x="262095" y="135133"/>
                      </a:moveTo>
                      <a:cubicBezTo>
                        <a:pt x="268859" y="135133"/>
                        <a:pt x="274287" y="140643"/>
                        <a:pt x="274287" y="147397"/>
                      </a:cubicBezTo>
                      <a:lnTo>
                        <a:pt x="274287" y="224713"/>
                      </a:lnTo>
                      <a:cubicBezTo>
                        <a:pt x="274287" y="231467"/>
                        <a:pt x="268859" y="236888"/>
                        <a:pt x="262095" y="236888"/>
                      </a:cubicBezTo>
                      <a:lnTo>
                        <a:pt x="184672" y="236888"/>
                      </a:lnTo>
                      <a:cubicBezTo>
                        <a:pt x="177909" y="236888"/>
                        <a:pt x="172391" y="231467"/>
                        <a:pt x="172391" y="224713"/>
                      </a:cubicBezTo>
                      <a:cubicBezTo>
                        <a:pt x="172391" y="175302"/>
                        <a:pt x="212616" y="135133"/>
                        <a:pt x="262095" y="135133"/>
                      </a:cubicBezTo>
                      <a:close/>
                      <a:moveTo>
                        <a:pt x="58120" y="108514"/>
                      </a:moveTo>
                      <a:lnTo>
                        <a:pt x="58120" y="413970"/>
                      </a:lnTo>
                      <a:lnTo>
                        <a:pt x="549430" y="413970"/>
                      </a:lnTo>
                      <a:lnTo>
                        <a:pt x="549430" y="108514"/>
                      </a:lnTo>
                      <a:close/>
                      <a:moveTo>
                        <a:pt x="27236" y="56079"/>
                      </a:moveTo>
                      <a:lnTo>
                        <a:pt x="27236" y="81319"/>
                      </a:lnTo>
                      <a:lnTo>
                        <a:pt x="580403" y="81319"/>
                      </a:lnTo>
                      <a:lnTo>
                        <a:pt x="580403" y="56079"/>
                      </a:lnTo>
                      <a:close/>
                      <a:moveTo>
                        <a:pt x="303775" y="0"/>
                      </a:moveTo>
                      <a:cubicBezTo>
                        <a:pt x="311341" y="0"/>
                        <a:pt x="317393" y="6132"/>
                        <a:pt x="317393" y="13597"/>
                      </a:cubicBezTo>
                      <a:lnTo>
                        <a:pt x="317393" y="28884"/>
                      </a:lnTo>
                      <a:lnTo>
                        <a:pt x="580403" y="28884"/>
                      </a:lnTo>
                      <a:cubicBezTo>
                        <a:pt x="595356" y="28884"/>
                        <a:pt x="607639" y="41148"/>
                        <a:pt x="607639" y="56079"/>
                      </a:cubicBezTo>
                      <a:lnTo>
                        <a:pt x="607639" y="81319"/>
                      </a:lnTo>
                      <a:cubicBezTo>
                        <a:pt x="607639" y="96338"/>
                        <a:pt x="595356" y="108514"/>
                        <a:pt x="580403" y="108514"/>
                      </a:cubicBezTo>
                      <a:lnTo>
                        <a:pt x="576665" y="108514"/>
                      </a:lnTo>
                      <a:lnTo>
                        <a:pt x="576665" y="413970"/>
                      </a:lnTo>
                      <a:cubicBezTo>
                        <a:pt x="576665" y="428990"/>
                        <a:pt x="564472" y="441165"/>
                        <a:pt x="549430" y="441165"/>
                      </a:cubicBezTo>
                      <a:lnTo>
                        <a:pt x="317393" y="441165"/>
                      </a:lnTo>
                      <a:lnTo>
                        <a:pt x="317393" y="481069"/>
                      </a:lnTo>
                      <a:lnTo>
                        <a:pt x="418236" y="554923"/>
                      </a:lnTo>
                      <a:cubicBezTo>
                        <a:pt x="424377" y="559366"/>
                        <a:pt x="425623" y="567898"/>
                        <a:pt x="421173" y="573942"/>
                      </a:cubicBezTo>
                      <a:cubicBezTo>
                        <a:pt x="418503" y="577585"/>
                        <a:pt x="414409" y="579452"/>
                        <a:pt x="410225" y="579452"/>
                      </a:cubicBezTo>
                      <a:cubicBezTo>
                        <a:pt x="407466" y="579452"/>
                        <a:pt x="404618" y="578652"/>
                        <a:pt x="402215" y="576874"/>
                      </a:cubicBezTo>
                      <a:lnTo>
                        <a:pt x="317393" y="514752"/>
                      </a:lnTo>
                      <a:lnTo>
                        <a:pt x="317393" y="565854"/>
                      </a:lnTo>
                      <a:cubicBezTo>
                        <a:pt x="317393" y="573408"/>
                        <a:pt x="311341" y="579452"/>
                        <a:pt x="303775" y="579452"/>
                      </a:cubicBezTo>
                      <a:cubicBezTo>
                        <a:pt x="296299" y="579452"/>
                        <a:pt x="290157" y="573408"/>
                        <a:pt x="290157" y="565854"/>
                      </a:cubicBezTo>
                      <a:lnTo>
                        <a:pt x="290157" y="514752"/>
                      </a:lnTo>
                      <a:lnTo>
                        <a:pt x="205424" y="576874"/>
                      </a:lnTo>
                      <a:cubicBezTo>
                        <a:pt x="199372" y="581318"/>
                        <a:pt x="190827" y="579985"/>
                        <a:pt x="186377" y="573942"/>
                      </a:cubicBezTo>
                      <a:cubicBezTo>
                        <a:pt x="181927" y="567898"/>
                        <a:pt x="183262" y="559366"/>
                        <a:pt x="189314" y="554923"/>
                      </a:cubicBezTo>
                      <a:lnTo>
                        <a:pt x="290157" y="481069"/>
                      </a:lnTo>
                      <a:lnTo>
                        <a:pt x="290157" y="441165"/>
                      </a:lnTo>
                      <a:lnTo>
                        <a:pt x="58120" y="441165"/>
                      </a:lnTo>
                      <a:cubicBezTo>
                        <a:pt x="43167" y="441165"/>
                        <a:pt x="30885" y="428990"/>
                        <a:pt x="30885" y="413970"/>
                      </a:cubicBezTo>
                      <a:lnTo>
                        <a:pt x="30885" y="108514"/>
                      </a:lnTo>
                      <a:lnTo>
                        <a:pt x="27236" y="108514"/>
                      </a:lnTo>
                      <a:cubicBezTo>
                        <a:pt x="12194" y="108514"/>
                        <a:pt x="0" y="96338"/>
                        <a:pt x="0" y="81319"/>
                      </a:cubicBezTo>
                      <a:lnTo>
                        <a:pt x="0" y="56079"/>
                      </a:lnTo>
                      <a:cubicBezTo>
                        <a:pt x="0" y="41148"/>
                        <a:pt x="12194" y="28884"/>
                        <a:pt x="27236" y="28884"/>
                      </a:cubicBezTo>
                      <a:lnTo>
                        <a:pt x="290157" y="28884"/>
                      </a:lnTo>
                      <a:lnTo>
                        <a:pt x="290157" y="13597"/>
                      </a:lnTo>
                      <a:cubicBezTo>
                        <a:pt x="290157" y="6132"/>
                        <a:pt x="296299" y="0"/>
                        <a:pt x="303775" y="0"/>
                      </a:cubicBezTo>
                      <a:close/>
                    </a:path>
                  </a:pathLst>
                </a:custGeom>
                <a:solidFill>
                  <a:srgbClr val="FEC350"/>
                </a:solidFill>
                <a:ln>
                  <a:noFill/>
                </a:ln>
              </p:spPr>
              <p:txBody>
                <a:bodyPr anchor="ctr"/>
                <a:lstStyle/>
                <a:p>
                  <a:pPr algn="ctr"/>
                  <a:endParaRPr b="1">
                    <a:solidFill>
                      <a:schemeClr val="bg1"/>
                    </a:solidFill>
                    <a:latin typeface="+mn-ea"/>
                  </a:endParaRPr>
                </a:p>
              </p:txBody>
            </p:sp>
            <p:sp>
              <p:nvSpPr>
                <p:cNvPr id="46" name="ïŝ1ïḑé"/>
                <p:cNvSpPr/>
                <p:nvPr/>
              </p:nvSpPr>
              <p:spPr>
                <a:xfrm>
                  <a:off x="5318962" y="3587219"/>
                  <a:ext cx="1712883" cy="746740"/>
                </a:xfrm>
                <a:prstGeom prst="rect">
                  <a:avLst/>
                </a:prstGeom>
              </p:spPr>
              <p:txBody>
                <a:bodyPr wrap="none">
                  <a:normAutofit fontScale="97500"/>
                </a:bodyPr>
                <a:lstStyle/>
                <a:p>
                  <a:pPr algn="ctr" defTabSz="914400">
                    <a:lnSpc>
                      <a:spcPct val="120000"/>
                    </a:lnSpc>
                  </a:pPr>
                  <a:r>
                    <a:rPr lang="en-US" altLang="zh-CN" sz="2400" b="1" dirty="0">
                      <a:solidFill>
                        <a:schemeClr val="bg1"/>
                      </a:solidFill>
                      <a:latin typeface="方正大黑简体" panose="02010601030101010101" charset="-122"/>
                      <a:ea typeface="方正大黑简体" panose="02010601030101010101" charset="-122"/>
                    </a:rPr>
                    <a:t>system</a:t>
                  </a:r>
                  <a:endParaRPr lang="zh-CN" altLang="en-US" sz="2400" b="1" dirty="0">
                    <a:solidFill>
                      <a:schemeClr val="bg1"/>
                    </a:solidFill>
                    <a:latin typeface="方正大黑简体" panose="02010601030101010101" charset="-122"/>
                    <a:ea typeface="方正大黑简体" panose="02010601030101010101" charset="-122"/>
                  </a:endParaRPr>
                </a:p>
              </p:txBody>
            </p:sp>
          </p:grpSp>
        </p:grpSp>
        <p:sp>
          <p:nvSpPr>
            <p:cNvPr id="5" name="îśľide"/>
            <p:cNvSpPr/>
            <p:nvPr/>
          </p:nvSpPr>
          <p:spPr>
            <a:xfrm>
              <a:off x="588633" y="4222544"/>
              <a:ext cx="2483115" cy="2352535"/>
            </a:xfrm>
            <a:prstGeom prst="rect">
              <a:avLst/>
            </a:prstGeom>
            <a:noFill/>
            <a:ln>
              <a:noFill/>
            </a:ln>
          </p:spPr>
          <p:txBody>
            <a:bodyPr wrap="square" lIns="91412" tIns="45700" rIns="91412" bIns="45700" anchor="t" anchorCtr="0">
              <a:noAutofit/>
            </a:bodyPr>
            <a:lstStyle/>
            <a:p>
              <a:pPr>
                <a:lnSpc>
                  <a:spcPct val="120000"/>
                </a:lnSpc>
                <a:buSzPct val="25000"/>
              </a:pPr>
              <a:r>
                <a:rPr lang="en-US" altLang="zh-CN" sz="1200" b="1" dirty="0">
                  <a:solidFill>
                    <a:schemeClr val="bg1"/>
                  </a:solidFill>
                  <a:latin typeface="+mn-ea"/>
                </a:rPr>
                <a:t>1usdt threshold for everyone to qualify for participation. With small, broad and large, the continuous operation is in perfect balance. Let ordinary people take up the welfare undertakings whether winning or not, 7-15 days return all the principal and interest!</a:t>
              </a:r>
              <a:endParaRPr lang="zh-CN" altLang="en-US" sz="1200" b="1" dirty="0">
                <a:solidFill>
                  <a:schemeClr val="bg1"/>
                </a:solidFill>
                <a:latin typeface="+mn-ea"/>
              </a:endParaRPr>
            </a:p>
          </p:txBody>
        </p:sp>
        <p:sp>
          <p:nvSpPr>
            <p:cNvPr id="6" name="íṧ1íḑé"/>
            <p:cNvSpPr/>
            <p:nvPr/>
          </p:nvSpPr>
          <p:spPr>
            <a:xfrm>
              <a:off x="1028526" y="3787625"/>
              <a:ext cx="1338772" cy="392568"/>
            </a:xfrm>
            <a:prstGeom prst="rect">
              <a:avLst/>
            </a:prstGeom>
            <a:noFill/>
            <a:ln>
              <a:noFill/>
            </a:ln>
          </p:spPr>
          <p:txBody>
            <a:bodyPr wrap="none" lIns="91412" tIns="45700" rIns="91412" bIns="45700" anchor="t" anchorCtr="0">
              <a:noAutofit/>
            </a:bodyPr>
            <a:lstStyle/>
            <a:p>
              <a:pPr algn="ctr">
                <a:buSzPct val="25000"/>
              </a:pPr>
              <a:r>
                <a:rPr lang="en-US" altLang="zh-CN" sz="2000" b="1" dirty="0">
                  <a:solidFill>
                    <a:schemeClr val="bg1"/>
                  </a:solidFill>
                  <a:latin typeface="方正大黑简体" panose="02010601030101010101" charset="-122"/>
                  <a:ea typeface="方正大黑简体" panose="02010601030101010101" charset="-122"/>
                </a:rPr>
                <a:t>Unique system</a:t>
              </a:r>
              <a:endParaRPr lang="zh-CN" altLang="en-US" sz="2000" b="1" dirty="0">
                <a:solidFill>
                  <a:schemeClr val="bg1"/>
                </a:solidFill>
                <a:latin typeface="方正大黑简体" panose="02010601030101010101" charset="-122"/>
                <a:ea typeface="方正大黑简体" panose="02010601030101010101" charset="-122"/>
              </a:endParaRPr>
            </a:p>
          </p:txBody>
        </p:sp>
        <p:grpSp>
          <p:nvGrpSpPr>
            <p:cNvPr id="7" name="îşļíďé"/>
            <p:cNvGrpSpPr/>
            <p:nvPr/>
          </p:nvGrpSpPr>
          <p:grpSpPr>
            <a:xfrm>
              <a:off x="3435177" y="1480831"/>
              <a:ext cx="2335127" cy="2264068"/>
              <a:chOff x="3670424" y="1789017"/>
              <a:chExt cx="2335127" cy="2264068"/>
            </a:xfrm>
          </p:grpSpPr>
          <p:grpSp>
            <p:nvGrpSpPr>
              <p:cNvPr id="37" name="ïslïḍê"/>
              <p:cNvGrpSpPr/>
              <p:nvPr/>
            </p:nvGrpSpPr>
            <p:grpSpPr>
              <a:xfrm>
                <a:off x="3670424" y="1789017"/>
                <a:ext cx="2335127" cy="2264068"/>
                <a:chOff x="4556125" y="2733675"/>
                <a:chExt cx="1512888" cy="1466851"/>
              </a:xfrm>
            </p:grpSpPr>
            <p:sp>
              <p:nvSpPr>
                <p:cNvPr id="41" name="ïṡlíḑé"/>
                <p:cNvSpPr/>
                <p:nvPr/>
              </p:nvSpPr>
              <p:spPr bwMode="auto">
                <a:xfrm>
                  <a:off x="4556125" y="3221038"/>
                  <a:ext cx="1404938" cy="979488"/>
                </a:xfrm>
                <a:custGeom>
                  <a:avLst/>
                  <a:gdLst>
                    <a:gd name="T0" fmla="*/ 348 w 374"/>
                    <a:gd name="T1" fmla="*/ 109 h 259"/>
                    <a:gd name="T2" fmla="*/ 261 w 374"/>
                    <a:gd name="T3" fmla="*/ 135 h 259"/>
                    <a:gd name="T4" fmla="*/ 291 w 374"/>
                    <a:gd name="T5" fmla="*/ 151 h 259"/>
                    <a:gd name="T6" fmla="*/ 166 w 374"/>
                    <a:gd name="T7" fmla="*/ 184 h 259"/>
                    <a:gd name="T8" fmla="*/ 166 w 374"/>
                    <a:gd name="T9" fmla="*/ 184 h 259"/>
                    <a:gd name="T10" fmla="*/ 82 w 374"/>
                    <a:gd name="T11" fmla="*/ 30 h 259"/>
                    <a:gd name="T12" fmla="*/ 83 w 374"/>
                    <a:gd name="T13" fmla="*/ 29 h 259"/>
                    <a:gd name="T14" fmla="*/ 45 w 374"/>
                    <a:gd name="T15" fmla="*/ 41 h 259"/>
                    <a:gd name="T16" fmla="*/ 33 w 374"/>
                    <a:gd name="T17" fmla="*/ 0 h 259"/>
                    <a:gd name="T18" fmla="*/ 28 w 374"/>
                    <a:gd name="T19" fmla="*/ 14 h 259"/>
                    <a:gd name="T20" fmla="*/ 150 w 374"/>
                    <a:gd name="T21" fmla="*/ 238 h 259"/>
                    <a:gd name="T22" fmla="*/ 152 w 374"/>
                    <a:gd name="T23" fmla="*/ 239 h 259"/>
                    <a:gd name="T24" fmla="*/ 342 w 374"/>
                    <a:gd name="T25" fmla="*/ 178 h 259"/>
                    <a:gd name="T26" fmla="*/ 374 w 374"/>
                    <a:gd name="T27" fmla="*/ 195 h 259"/>
                    <a:gd name="T28" fmla="*/ 348 w 374"/>
                    <a:gd name="T29" fmla="*/ 109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74" h="259">
                      <a:moveTo>
                        <a:pt x="348" y="109"/>
                      </a:moveTo>
                      <a:cubicBezTo>
                        <a:pt x="261" y="135"/>
                        <a:pt x="261" y="135"/>
                        <a:pt x="261" y="135"/>
                      </a:cubicBezTo>
                      <a:cubicBezTo>
                        <a:pt x="291" y="151"/>
                        <a:pt x="291" y="151"/>
                        <a:pt x="291" y="151"/>
                      </a:cubicBezTo>
                      <a:cubicBezTo>
                        <a:pt x="260" y="184"/>
                        <a:pt x="212" y="198"/>
                        <a:pt x="166" y="184"/>
                      </a:cubicBezTo>
                      <a:cubicBezTo>
                        <a:pt x="166" y="184"/>
                        <a:pt x="166" y="184"/>
                        <a:pt x="166" y="184"/>
                      </a:cubicBezTo>
                      <a:cubicBezTo>
                        <a:pt x="100" y="165"/>
                        <a:pt x="63" y="96"/>
                        <a:pt x="82" y="30"/>
                      </a:cubicBezTo>
                      <a:cubicBezTo>
                        <a:pt x="83" y="29"/>
                        <a:pt x="83" y="29"/>
                        <a:pt x="83" y="29"/>
                      </a:cubicBezTo>
                      <a:cubicBezTo>
                        <a:pt x="45" y="41"/>
                        <a:pt x="45" y="41"/>
                        <a:pt x="45" y="41"/>
                      </a:cubicBezTo>
                      <a:cubicBezTo>
                        <a:pt x="33" y="0"/>
                        <a:pt x="33" y="0"/>
                        <a:pt x="33" y="0"/>
                      </a:cubicBezTo>
                      <a:cubicBezTo>
                        <a:pt x="31" y="5"/>
                        <a:pt x="30" y="9"/>
                        <a:pt x="28" y="14"/>
                      </a:cubicBezTo>
                      <a:cubicBezTo>
                        <a:pt x="0" y="109"/>
                        <a:pt x="55" y="210"/>
                        <a:pt x="150" y="238"/>
                      </a:cubicBezTo>
                      <a:cubicBezTo>
                        <a:pt x="151" y="239"/>
                        <a:pt x="151" y="239"/>
                        <a:pt x="152" y="239"/>
                      </a:cubicBezTo>
                      <a:cubicBezTo>
                        <a:pt x="224" y="259"/>
                        <a:pt x="298" y="233"/>
                        <a:pt x="342" y="178"/>
                      </a:cubicBezTo>
                      <a:cubicBezTo>
                        <a:pt x="374" y="195"/>
                        <a:pt x="374" y="195"/>
                        <a:pt x="374" y="195"/>
                      </a:cubicBezTo>
                      <a:lnTo>
                        <a:pt x="348" y="109"/>
                      </a:lnTo>
                      <a:close/>
                    </a:path>
                  </a:pathLst>
                </a:custGeom>
                <a:solidFill>
                  <a:srgbClr val="FEC35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b="1">
                    <a:solidFill>
                      <a:schemeClr val="bg1"/>
                    </a:solidFill>
                    <a:latin typeface="+mn-ea"/>
                  </a:endParaRPr>
                </a:p>
              </p:txBody>
            </p:sp>
            <p:sp>
              <p:nvSpPr>
                <p:cNvPr id="42" name="iṧḻiḍé"/>
                <p:cNvSpPr/>
                <p:nvPr/>
              </p:nvSpPr>
              <p:spPr bwMode="auto">
                <a:xfrm>
                  <a:off x="4664075" y="2733675"/>
                  <a:ext cx="1404938" cy="979488"/>
                </a:xfrm>
                <a:custGeom>
                  <a:avLst/>
                  <a:gdLst>
                    <a:gd name="T0" fmla="*/ 222 w 374"/>
                    <a:gd name="T1" fmla="*/ 21 h 259"/>
                    <a:gd name="T2" fmla="*/ 32 w 374"/>
                    <a:gd name="T3" fmla="*/ 81 h 259"/>
                    <a:gd name="T4" fmla="*/ 0 w 374"/>
                    <a:gd name="T5" fmla="*/ 64 h 259"/>
                    <a:gd name="T6" fmla="*/ 26 w 374"/>
                    <a:gd name="T7" fmla="*/ 151 h 259"/>
                    <a:gd name="T8" fmla="*/ 113 w 374"/>
                    <a:gd name="T9" fmla="*/ 124 h 259"/>
                    <a:gd name="T10" fmla="*/ 83 w 374"/>
                    <a:gd name="T11" fmla="*/ 108 h 259"/>
                    <a:gd name="T12" fmla="*/ 208 w 374"/>
                    <a:gd name="T13" fmla="*/ 75 h 259"/>
                    <a:gd name="T14" fmla="*/ 208 w 374"/>
                    <a:gd name="T15" fmla="*/ 75 h 259"/>
                    <a:gd name="T16" fmla="*/ 292 w 374"/>
                    <a:gd name="T17" fmla="*/ 230 h 259"/>
                    <a:gd name="T18" fmla="*/ 291 w 374"/>
                    <a:gd name="T19" fmla="*/ 230 h 259"/>
                    <a:gd name="T20" fmla="*/ 329 w 374"/>
                    <a:gd name="T21" fmla="*/ 219 h 259"/>
                    <a:gd name="T22" fmla="*/ 341 w 374"/>
                    <a:gd name="T23" fmla="*/ 259 h 259"/>
                    <a:gd name="T24" fmla="*/ 346 w 374"/>
                    <a:gd name="T25" fmla="*/ 246 h 259"/>
                    <a:gd name="T26" fmla="*/ 224 w 374"/>
                    <a:gd name="T27" fmla="*/ 21 h 259"/>
                    <a:gd name="T28" fmla="*/ 222 w 374"/>
                    <a:gd name="T29" fmla="*/ 21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74" h="259">
                      <a:moveTo>
                        <a:pt x="222" y="21"/>
                      </a:moveTo>
                      <a:cubicBezTo>
                        <a:pt x="151" y="0"/>
                        <a:pt x="76" y="26"/>
                        <a:pt x="32" y="81"/>
                      </a:cubicBezTo>
                      <a:cubicBezTo>
                        <a:pt x="0" y="64"/>
                        <a:pt x="0" y="64"/>
                        <a:pt x="0" y="64"/>
                      </a:cubicBezTo>
                      <a:cubicBezTo>
                        <a:pt x="26" y="151"/>
                        <a:pt x="26" y="151"/>
                        <a:pt x="26" y="151"/>
                      </a:cubicBezTo>
                      <a:cubicBezTo>
                        <a:pt x="113" y="124"/>
                        <a:pt x="113" y="124"/>
                        <a:pt x="113" y="124"/>
                      </a:cubicBezTo>
                      <a:cubicBezTo>
                        <a:pt x="83" y="108"/>
                        <a:pt x="83" y="108"/>
                        <a:pt x="83" y="108"/>
                      </a:cubicBezTo>
                      <a:cubicBezTo>
                        <a:pt x="114" y="76"/>
                        <a:pt x="162" y="61"/>
                        <a:pt x="208" y="75"/>
                      </a:cubicBezTo>
                      <a:cubicBezTo>
                        <a:pt x="208" y="75"/>
                        <a:pt x="208" y="75"/>
                        <a:pt x="208" y="75"/>
                      </a:cubicBezTo>
                      <a:cubicBezTo>
                        <a:pt x="274" y="95"/>
                        <a:pt x="311" y="164"/>
                        <a:pt x="292" y="230"/>
                      </a:cubicBezTo>
                      <a:cubicBezTo>
                        <a:pt x="291" y="230"/>
                        <a:pt x="291" y="230"/>
                        <a:pt x="291" y="230"/>
                      </a:cubicBezTo>
                      <a:cubicBezTo>
                        <a:pt x="329" y="219"/>
                        <a:pt x="329" y="219"/>
                        <a:pt x="329" y="219"/>
                      </a:cubicBezTo>
                      <a:cubicBezTo>
                        <a:pt x="341" y="259"/>
                        <a:pt x="341" y="259"/>
                        <a:pt x="341" y="259"/>
                      </a:cubicBezTo>
                      <a:cubicBezTo>
                        <a:pt x="343" y="255"/>
                        <a:pt x="344" y="250"/>
                        <a:pt x="346" y="246"/>
                      </a:cubicBezTo>
                      <a:cubicBezTo>
                        <a:pt x="374" y="150"/>
                        <a:pt x="319" y="49"/>
                        <a:pt x="224" y="21"/>
                      </a:cubicBezTo>
                      <a:cubicBezTo>
                        <a:pt x="223" y="21"/>
                        <a:pt x="223" y="21"/>
                        <a:pt x="222" y="21"/>
                      </a:cubicBez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b="1">
                    <a:solidFill>
                      <a:schemeClr val="bg1"/>
                    </a:solidFill>
                    <a:latin typeface="+mn-ea"/>
                  </a:endParaRPr>
                </a:p>
              </p:txBody>
            </p:sp>
          </p:grpSp>
          <p:grpSp>
            <p:nvGrpSpPr>
              <p:cNvPr id="38" name="îṡḻíďé"/>
              <p:cNvGrpSpPr/>
              <p:nvPr/>
            </p:nvGrpSpPr>
            <p:grpSpPr>
              <a:xfrm>
                <a:off x="4189784" y="2523752"/>
                <a:ext cx="1277010" cy="1070611"/>
                <a:chOff x="5318962" y="2890877"/>
                <a:chExt cx="1712887" cy="1436037"/>
              </a:xfrm>
            </p:grpSpPr>
            <p:sp>
              <p:nvSpPr>
                <p:cNvPr id="39" name="ïṩḷïdê"/>
                <p:cNvSpPr>
                  <a:spLocks noChangeAspect="1"/>
                </p:cNvSpPr>
                <p:nvPr/>
              </p:nvSpPr>
              <p:spPr bwMode="auto">
                <a:xfrm>
                  <a:off x="5870691" y="2890877"/>
                  <a:ext cx="609685" cy="608723"/>
                </a:xfrm>
                <a:custGeom>
                  <a:avLst/>
                  <a:gdLst>
                    <a:gd name="connsiteX0" fmla="*/ 325000 h 606722"/>
                    <a:gd name="connsiteY0" fmla="*/ 325000 h 606722"/>
                    <a:gd name="connsiteX1" fmla="*/ 325000 h 606722"/>
                    <a:gd name="connsiteY1" fmla="*/ 325000 h 606722"/>
                    <a:gd name="connsiteX2" fmla="*/ 325000 h 606722"/>
                    <a:gd name="connsiteY2" fmla="*/ 325000 h 606722"/>
                    <a:gd name="connsiteX3" fmla="*/ 325000 h 606722"/>
                    <a:gd name="connsiteY3" fmla="*/ 325000 h 606722"/>
                    <a:gd name="connsiteX4" fmla="*/ 325000 h 606722"/>
                    <a:gd name="connsiteY4" fmla="*/ 325000 h 606722"/>
                    <a:gd name="connsiteX5" fmla="*/ 325000 h 606722"/>
                    <a:gd name="connsiteY5" fmla="*/ 325000 h 606722"/>
                    <a:gd name="connsiteX6" fmla="*/ 325000 h 606722"/>
                    <a:gd name="connsiteY6" fmla="*/ 325000 h 606722"/>
                    <a:gd name="connsiteX7" fmla="*/ 325000 h 606722"/>
                    <a:gd name="connsiteY7" fmla="*/ 325000 h 606722"/>
                    <a:gd name="connsiteX8" fmla="*/ 325000 h 606722"/>
                    <a:gd name="connsiteY8" fmla="*/ 325000 h 606722"/>
                    <a:gd name="connsiteX9" fmla="*/ 325000 h 606722"/>
                    <a:gd name="connsiteY9" fmla="*/ 325000 h 606722"/>
                    <a:gd name="connsiteX10" fmla="*/ 325000 h 606722"/>
                    <a:gd name="connsiteY10" fmla="*/ 325000 h 606722"/>
                    <a:gd name="connsiteX11" fmla="*/ 325000 h 606722"/>
                    <a:gd name="connsiteY11" fmla="*/ 325000 h 606722"/>
                    <a:gd name="connsiteX12" fmla="*/ 325000 h 606722"/>
                    <a:gd name="connsiteY12" fmla="*/ 325000 h 606722"/>
                    <a:gd name="connsiteX13" fmla="*/ 325000 h 606722"/>
                    <a:gd name="connsiteY13" fmla="*/ 325000 h 606722"/>
                    <a:gd name="connsiteX14" fmla="*/ 325000 h 606722"/>
                    <a:gd name="connsiteY14" fmla="*/ 325000 h 606722"/>
                    <a:gd name="connsiteX15" fmla="*/ 325000 h 606722"/>
                    <a:gd name="connsiteY15" fmla="*/ 325000 h 606722"/>
                    <a:gd name="connsiteX16" fmla="*/ 325000 h 606722"/>
                    <a:gd name="connsiteY16" fmla="*/ 325000 h 606722"/>
                    <a:gd name="connsiteX17" fmla="*/ 325000 h 606722"/>
                    <a:gd name="connsiteY17" fmla="*/ 325000 h 606722"/>
                    <a:gd name="connsiteX18" fmla="*/ 325000 h 606722"/>
                    <a:gd name="connsiteY18" fmla="*/ 325000 h 606722"/>
                    <a:gd name="connsiteX19" fmla="*/ 325000 h 606722"/>
                    <a:gd name="connsiteY19" fmla="*/ 325000 h 606722"/>
                    <a:gd name="connsiteX20" fmla="*/ 325000 h 606722"/>
                    <a:gd name="connsiteY20" fmla="*/ 325000 h 606722"/>
                    <a:gd name="connsiteX21" fmla="*/ 325000 h 606722"/>
                    <a:gd name="connsiteY21" fmla="*/ 325000 h 606722"/>
                    <a:gd name="connsiteX22" fmla="*/ 325000 h 606722"/>
                    <a:gd name="connsiteY22" fmla="*/ 325000 h 606722"/>
                    <a:gd name="connsiteX23" fmla="*/ 325000 h 606722"/>
                    <a:gd name="connsiteY23" fmla="*/ 325000 h 606722"/>
                    <a:gd name="connsiteX24" fmla="*/ 325000 h 606722"/>
                    <a:gd name="connsiteY24" fmla="*/ 325000 h 606722"/>
                    <a:gd name="connsiteX25" fmla="*/ 325000 h 606722"/>
                    <a:gd name="connsiteY25" fmla="*/ 325000 h 606722"/>
                    <a:gd name="connsiteX26" fmla="*/ 325000 h 606722"/>
                    <a:gd name="connsiteY26" fmla="*/ 325000 h 606722"/>
                    <a:gd name="connsiteX27" fmla="*/ 325000 h 606722"/>
                    <a:gd name="connsiteY27" fmla="*/ 325000 h 606722"/>
                    <a:gd name="connsiteX28" fmla="*/ 325000 h 606722"/>
                    <a:gd name="connsiteY28" fmla="*/ 325000 h 606722"/>
                    <a:gd name="connsiteX29" fmla="*/ 325000 h 606722"/>
                    <a:gd name="connsiteY29" fmla="*/ 325000 h 606722"/>
                    <a:gd name="connsiteX30" fmla="*/ 325000 h 606722"/>
                    <a:gd name="connsiteY30" fmla="*/ 325000 h 606722"/>
                    <a:gd name="connsiteX31" fmla="*/ 325000 h 606722"/>
                    <a:gd name="connsiteY31" fmla="*/ 325000 h 606722"/>
                    <a:gd name="connsiteX32" fmla="*/ 325000 h 606722"/>
                    <a:gd name="connsiteY32" fmla="*/ 325000 h 606722"/>
                    <a:gd name="connsiteX33" fmla="*/ 325000 h 606722"/>
                    <a:gd name="connsiteY33" fmla="*/ 325000 h 606722"/>
                    <a:gd name="connsiteX34" fmla="*/ 325000 h 606722"/>
                    <a:gd name="connsiteY34" fmla="*/ 325000 h 606722"/>
                    <a:gd name="connsiteX35" fmla="*/ 325000 h 606722"/>
                    <a:gd name="connsiteY35" fmla="*/ 325000 h 606722"/>
                    <a:gd name="connsiteX36" fmla="*/ 325000 h 606722"/>
                    <a:gd name="connsiteY36" fmla="*/ 325000 h 606722"/>
                    <a:gd name="connsiteX37" fmla="*/ 325000 h 606722"/>
                    <a:gd name="connsiteY37" fmla="*/ 325000 h 606722"/>
                    <a:gd name="connsiteX38" fmla="*/ 325000 h 606722"/>
                    <a:gd name="connsiteY38" fmla="*/ 325000 h 606722"/>
                    <a:gd name="connsiteX39" fmla="*/ 325000 h 606722"/>
                    <a:gd name="connsiteY39" fmla="*/ 32500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581459" h="580542">
                      <a:moveTo>
                        <a:pt x="213875" y="146706"/>
                      </a:moveTo>
                      <a:cubicBezTo>
                        <a:pt x="227226" y="146706"/>
                        <a:pt x="238084" y="157547"/>
                        <a:pt x="238084" y="171055"/>
                      </a:cubicBezTo>
                      <a:cubicBezTo>
                        <a:pt x="238084" y="184562"/>
                        <a:pt x="227226" y="195493"/>
                        <a:pt x="213875" y="195493"/>
                      </a:cubicBezTo>
                      <a:cubicBezTo>
                        <a:pt x="161630" y="195493"/>
                        <a:pt x="118998" y="238236"/>
                        <a:pt x="118998" y="290755"/>
                      </a:cubicBezTo>
                      <a:cubicBezTo>
                        <a:pt x="118998" y="300086"/>
                        <a:pt x="120422" y="309328"/>
                        <a:pt x="123092" y="318214"/>
                      </a:cubicBezTo>
                      <a:cubicBezTo>
                        <a:pt x="126741" y="330300"/>
                        <a:pt x="120422" y="343274"/>
                        <a:pt x="108673" y="347895"/>
                      </a:cubicBezTo>
                      <a:cubicBezTo>
                        <a:pt x="72182" y="362291"/>
                        <a:pt x="48507" y="397126"/>
                        <a:pt x="48507" y="436582"/>
                      </a:cubicBezTo>
                      <a:cubicBezTo>
                        <a:pt x="48507" y="489101"/>
                        <a:pt x="91050" y="531844"/>
                        <a:pt x="143384" y="531844"/>
                      </a:cubicBezTo>
                      <a:lnTo>
                        <a:pt x="438164" y="531844"/>
                      </a:lnTo>
                      <a:cubicBezTo>
                        <a:pt x="490320" y="531844"/>
                        <a:pt x="532952" y="489101"/>
                        <a:pt x="532952" y="436582"/>
                      </a:cubicBezTo>
                      <a:cubicBezTo>
                        <a:pt x="532952" y="408678"/>
                        <a:pt x="520759" y="382108"/>
                        <a:pt x="499398" y="363979"/>
                      </a:cubicBezTo>
                      <a:cubicBezTo>
                        <a:pt x="494147" y="359625"/>
                        <a:pt x="491032" y="353049"/>
                        <a:pt x="490854" y="346207"/>
                      </a:cubicBezTo>
                      <a:cubicBezTo>
                        <a:pt x="489252" y="294399"/>
                        <a:pt x="447598" y="253876"/>
                        <a:pt x="395976" y="253876"/>
                      </a:cubicBezTo>
                      <a:cubicBezTo>
                        <a:pt x="382625" y="253876"/>
                        <a:pt x="371767" y="243035"/>
                        <a:pt x="371767" y="229528"/>
                      </a:cubicBezTo>
                      <a:cubicBezTo>
                        <a:pt x="371767" y="216020"/>
                        <a:pt x="382625" y="205090"/>
                        <a:pt x="395976" y="205090"/>
                      </a:cubicBezTo>
                      <a:cubicBezTo>
                        <a:pt x="433535" y="205090"/>
                        <a:pt x="468959" y="219575"/>
                        <a:pt x="495927" y="245879"/>
                      </a:cubicBezTo>
                      <a:cubicBezTo>
                        <a:pt x="520225" y="269517"/>
                        <a:pt x="535177" y="300441"/>
                        <a:pt x="538648" y="334032"/>
                      </a:cubicBezTo>
                      <a:cubicBezTo>
                        <a:pt x="565972" y="361047"/>
                        <a:pt x="581459" y="397748"/>
                        <a:pt x="581459" y="436582"/>
                      </a:cubicBezTo>
                      <a:cubicBezTo>
                        <a:pt x="581459" y="516026"/>
                        <a:pt x="517199" y="580542"/>
                        <a:pt x="438164" y="580542"/>
                      </a:cubicBezTo>
                      <a:lnTo>
                        <a:pt x="143384" y="580542"/>
                      </a:lnTo>
                      <a:cubicBezTo>
                        <a:pt x="64349" y="580542"/>
                        <a:pt x="0" y="516026"/>
                        <a:pt x="0" y="436582"/>
                      </a:cubicBezTo>
                      <a:cubicBezTo>
                        <a:pt x="0" y="407079"/>
                        <a:pt x="8811" y="378820"/>
                        <a:pt x="25544" y="354471"/>
                      </a:cubicBezTo>
                      <a:cubicBezTo>
                        <a:pt x="37737" y="336698"/>
                        <a:pt x="53669" y="322124"/>
                        <a:pt x="72004" y="311638"/>
                      </a:cubicBezTo>
                      <a:cubicBezTo>
                        <a:pt x="70936" y="304618"/>
                        <a:pt x="70491" y="297598"/>
                        <a:pt x="70491" y="290666"/>
                      </a:cubicBezTo>
                      <a:cubicBezTo>
                        <a:pt x="70491" y="211222"/>
                        <a:pt x="134840" y="146706"/>
                        <a:pt x="213875" y="146706"/>
                      </a:cubicBezTo>
                      <a:close/>
                      <a:moveTo>
                        <a:pt x="301555" y="0"/>
                      </a:moveTo>
                      <a:cubicBezTo>
                        <a:pt x="314815" y="0"/>
                        <a:pt x="325673" y="10930"/>
                        <a:pt x="325673" y="24259"/>
                      </a:cubicBezTo>
                      <a:lnTo>
                        <a:pt x="325673" y="369392"/>
                      </a:lnTo>
                      <a:lnTo>
                        <a:pt x="379960" y="313055"/>
                      </a:lnTo>
                      <a:cubicBezTo>
                        <a:pt x="389215" y="303458"/>
                        <a:pt x="404433" y="303191"/>
                        <a:pt x="414045" y="312522"/>
                      </a:cubicBezTo>
                      <a:cubicBezTo>
                        <a:pt x="423567" y="321763"/>
                        <a:pt x="423745" y="337225"/>
                        <a:pt x="414490" y="346822"/>
                      </a:cubicBezTo>
                      <a:lnTo>
                        <a:pt x="318642" y="446079"/>
                      </a:lnTo>
                      <a:cubicBezTo>
                        <a:pt x="314103" y="450788"/>
                        <a:pt x="307874" y="453454"/>
                        <a:pt x="301288" y="453454"/>
                      </a:cubicBezTo>
                      <a:cubicBezTo>
                        <a:pt x="294791" y="453454"/>
                        <a:pt x="288473" y="450788"/>
                        <a:pt x="284023" y="446079"/>
                      </a:cubicBezTo>
                      <a:lnTo>
                        <a:pt x="188086" y="346822"/>
                      </a:lnTo>
                      <a:cubicBezTo>
                        <a:pt x="178742" y="337225"/>
                        <a:pt x="179009" y="321941"/>
                        <a:pt x="188620" y="312522"/>
                      </a:cubicBezTo>
                      <a:cubicBezTo>
                        <a:pt x="198054" y="303191"/>
                        <a:pt x="213361" y="303458"/>
                        <a:pt x="222617" y="313055"/>
                      </a:cubicBezTo>
                      <a:lnTo>
                        <a:pt x="277437" y="369392"/>
                      </a:lnTo>
                      <a:lnTo>
                        <a:pt x="277437" y="24259"/>
                      </a:lnTo>
                      <a:cubicBezTo>
                        <a:pt x="277437" y="10930"/>
                        <a:pt x="288295" y="0"/>
                        <a:pt x="301555" y="0"/>
                      </a:cubicBezTo>
                      <a:close/>
                    </a:path>
                  </a:pathLst>
                </a:custGeom>
                <a:solidFill>
                  <a:srgbClr val="FEC350"/>
                </a:solidFill>
                <a:ln>
                  <a:noFill/>
                </a:ln>
              </p:spPr>
              <p:txBody>
                <a:bodyPr anchor="ctr"/>
                <a:lstStyle/>
                <a:p>
                  <a:pPr algn="ctr"/>
                  <a:endParaRPr b="1">
                    <a:solidFill>
                      <a:schemeClr val="bg1"/>
                    </a:solidFill>
                    <a:latin typeface="+mn-ea"/>
                  </a:endParaRPr>
                </a:p>
              </p:txBody>
            </p:sp>
            <p:sp>
              <p:nvSpPr>
                <p:cNvPr id="40" name="íŝḷîdè"/>
                <p:cNvSpPr/>
                <p:nvPr/>
              </p:nvSpPr>
              <p:spPr>
                <a:xfrm>
                  <a:off x="5318962" y="3587708"/>
                  <a:ext cx="1712887" cy="739206"/>
                </a:xfrm>
                <a:prstGeom prst="rect">
                  <a:avLst/>
                </a:prstGeom>
              </p:spPr>
              <p:txBody>
                <a:bodyPr wrap="none">
                  <a:normAutofit fontScale="97500"/>
                </a:bodyPr>
                <a:lstStyle/>
                <a:p>
                  <a:pPr algn="ctr" defTabSz="914400">
                    <a:lnSpc>
                      <a:spcPct val="120000"/>
                    </a:lnSpc>
                  </a:pPr>
                  <a:r>
                    <a:rPr lang="en-US" altLang="zh-CN" sz="2400" b="1" dirty="0">
                      <a:solidFill>
                        <a:schemeClr val="bg1"/>
                      </a:solidFill>
                      <a:latin typeface="方正大黑简体" panose="02010601030101010101" charset="-122"/>
                      <a:ea typeface="方正大黑简体" panose="02010601030101010101" charset="-122"/>
                    </a:rPr>
                    <a:t>Pattern</a:t>
                  </a:r>
                  <a:endParaRPr lang="zh-CN" altLang="en-US" sz="2400" b="1" dirty="0">
                    <a:solidFill>
                      <a:schemeClr val="bg1"/>
                    </a:solidFill>
                    <a:latin typeface="方正大黑简体" panose="02010601030101010101" charset="-122"/>
                    <a:ea typeface="方正大黑简体" panose="02010601030101010101" charset="-122"/>
                  </a:endParaRPr>
                </a:p>
              </p:txBody>
            </p:sp>
          </p:grpSp>
        </p:grpSp>
        <p:sp>
          <p:nvSpPr>
            <p:cNvPr id="8" name="ïś1ïḍè"/>
            <p:cNvSpPr/>
            <p:nvPr/>
          </p:nvSpPr>
          <p:spPr>
            <a:xfrm>
              <a:off x="3435405" y="4222544"/>
              <a:ext cx="2563850" cy="2016960"/>
            </a:xfrm>
            <a:prstGeom prst="rect">
              <a:avLst/>
            </a:prstGeom>
            <a:noFill/>
            <a:ln>
              <a:noFill/>
            </a:ln>
          </p:spPr>
          <p:txBody>
            <a:bodyPr wrap="square" lIns="91412" tIns="45700" rIns="91412" bIns="45700" anchor="t" anchorCtr="0">
              <a:noAutofit/>
            </a:bodyPr>
            <a:lstStyle/>
            <a:p>
              <a:pPr>
                <a:lnSpc>
                  <a:spcPct val="120000"/>
                </a:lnSpc>
                <a:buSzPct val="25000"/>
              </a:pPr>
              <a:r>
                <a:rPr lang="en-US" altLang="zh-CN" sz="1200" b="1" dirty="0">
                  <a:solidFill>
                    <a:schemeClr val="bg1"/>
                  </a:solidFill>
                  <a:latin typeface="+mn-ea"/>
                </a:rPr>
                <a:t>Community + consensus quickly reached market fission and created 199 founding webmasters. Before the launch, the 3000 market leader was targeted to affect millions of people and inject a steady stream of money into the ecology.</a:t>
              </a:r>
              <a:endParaRPr lang="zh-CN" altLang="en-US" sz="1200" b="1" dirty="0">
                <a:solidFill>
                  <a:schemeClr val="bg1"/>
                </a:solidFill>
                <a:latin typeface="+mn-ea"/>
              </a:endParaRPr>
            </a:p>
          </p:txBody>
        </p:sp>
        <p:sp>
          <p:nvSpPr>
            <p:cNvPr id="9" name="îṥľiḓê"/>
            <p:cNvSpPr/>
            <p:nvPr/>
          </p:nvSpPr>
          <p:spPr>
            <a:xfrm>
              <a:off x="4020482" y="3787625"/>
              <a:ext cx="1338772" cy="392568"/>
            </a:xfrm>
            <a:prstGeom prst="rect">
              <a:avLst/>
            </a:prstGeom>
            <a:noFill/>
            <a:ln>
              <a:noFill/>
            </a:ln>
          </p:spPr>
          <p:txBody>
            <a:bodyPr wrap="none" lIns="91412" tIns="45700" rIns="91412" bIns="45700" anchor="t" anchorCtr="0">
              <a:noAutofit/>
            </a:bodyPr>
            <a:lstStyle/>
            <a:p>
              <a:pPr algn="ctr">
                <a:buSzPct val="25000"/>
              </a:pPr>
              <a:r>
                <a:rPr lang="en-US" altLang="zh-CN" sz="1600" b="1" dirty="0">
                  <a:solidFill>
                    <a:schemeClr val="bg1"/>
                  </a:solidFill>
                  <a:latin typeface="方正大黑简体" panose="02010601030101010101" charset="-122"/>
                  <a:ea typeface="方正大黑简体" panose="02010601030101010101" charset="-122"/>
                </a:rPr>
                <a:t>The world's first model</a:t>
              </a:r>
              <a:endParaRPr lang="zh-CN" altLang="en-US" sz="1600" b="1" dirty="0">
                <a:solidFill>
                  <a:schemeClr val="bg1"/>
                </a:solidFill>
                <a:latin typeface="方正大黑简体" panose="02010601030101010101" charset="-122"/>
                <a:ea typeface="方正大黑简体" panose="02010601030101010101" charset="-122"/>
              </a:endParaRPr>
            </a:p>
          </p:txBody>
        </p:sp>
        <p:grpSp>
          <p:nvGrpSpPr>
            <p:cNvPr id="10" name="ïślíḓe"/>
            <p:cNvGrpSpPr/>
            <p:nvPr/>
          </p:nvGrpSpPr>
          <p:grpSpPr>
            <a:xfrm>
              <a:off x="6426515" y="1544544"/>
              <a:ext cx="2112153" cy="2136656"/>
              <a:chOff x="6328569" y="1852730"/>
              <a:chExt cx="2112153" cy="2136656"/>
            </a:xfrm>
          </p:grpSpPr>
          <p:grpSp>
            <p:nvGrpSpPr>
              <p:cNvPr id="29" name="îṥľïḑe"/>
              <p:cNvGrpSpPr/>
              <p:nvPr/>
            </p:nvGrpSpPr>
            <p:grpSpPr>
              <a:xfrm>
                <a:off x="6328569" y="1852730"/>
                <a:ext cx="2112153" cy="2136656"/>
                <a:chOff x="6470650" y="2755900"/>
                <a:chExt cx="1368426" cy="1384301"/>
              </a:xfrm>
            </p:grpSpPr>
            <p:sp>
              <p:nvSpPr>
                <p:cNvPr id="33" name="iṡ1íḓê"/>
                <p:cNvSpPr/>
                <p:nvPr/>
              </p:nvSpPr>
              <p:spPr bwMode="auto">
                <a:xfrm>
                  <a:off x="6588125" y="2755900"/>
                  <a:ext cx="904875" cy="442913"/>
                </a:xfrm>
                <a:custGeom>
                  <a:avLst/>
                  <a:gdLst>
                    <a:gd name="T0" fmla="*/ 13 w 241"/>
                    <a:gd name="T1" fmla="*/ 117 h 117"/>
                    <a:gd name="T2" fmla="*/ 103 w 241"/>
                    <a:gd name="T3" fmla="*/ 104 h 117"/>
                    <a:gd name="T4" fmla="*/ 76 w 241"/>
                    <a:gd name="T5" fmla="*/ 84 h 117"/>
                    <a:gd name="T6" fmla="*/ 152 w 241"/>
                    <a:gd name="T7" fmla="*/ 58 h 117"/>
                    <a:gd name="T8" fmla="*/ 204 w 241"/>
                    <a:gd name="T9" fmla="*/ 70 h 117"/>
                    <a:gd name="T10" fmla="*/ 205 w 241"/>
                    <a:gd name="T11" fmla="*/ 71 h 117"/>
                    <a:gd name="T12" fmla="*/ 200 w 241"/>
                    <a:gd name="T13" fmla="*/ 32 h 117"/>
                    <a:gd name="T14" fmla="*/ 241 w 241"/>
                    <a:gd name="T15" fmla="*/ 26 h 117"/>
                    <a:gd name="T16" fmla="*/ 228 w 241"/>
                    <a:gd name="T17" fmla="*/ 19 h 117"/>
                    <a:gd name="T18" fmla="*/ 137 w 241"/>
                    <a:gd name="T19" fmla="*/ 2 h 117"/>
                    <a:gd name="T20" fmla="*/ 29 w 241"/>
                    <a:gd name="T21" fmla="*/ 49 h 117"/>
                    <a:gd name="T22" fmla="*/ 0 w 241"/>
                    <a:gd name="T23" fmla="*/ 27 h 117"/>
                    <a:gd name="T24" fmla="*/ 13 w 241"/>
                    <a:gd name="T25" fmla="*/ 117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1" h="117">
                      <a:moveTo>
                        <a:pt x="13" y="117"/>
                      </a:moveTo>
                      <a:cubicBezTo>
                        <a:pt x="103" y="104"/>
                        <a:pt x="103" y="104"/>
                        <a:pt x="103" y="104"/>
                      </a:cubicBezTo>
                      <a:cubicBezTo>
                        <a:pt x="76" y="84"/>
                        <a:pt x="76" y="84"/>
                        <a:pt x="76" y="84"/>
                      </a:cubicBezTo>
                      <a:cubicBezTo>
                        <a:pt x="97" y="67"/>
                        <a:pt x="124" y="58"/>
                        <a:pt x="152" y="58"/>
                      </a:cubicBezTo>
                      <a:cubicBezTo>
                        <a:pt x="169" y="58"/>
                        <a:pt x="187" y="62"/>
                        <a:pt x="204" y="70"/>
                      </a:cubicBezTo>
                      <a:cubicBezTo>
                        <a:pt x="205" y="71"/>
                        <a:pt x="205" y="71"/>
                        <a:pt x="205" y="71"/>
                      </a:cubicBezTo>
                      <a:cubicBezTo>
                        <a:pt x="200" y="32"/>
                        <a:pt x="200" y="32"/>
                        <a:pt x="200" y="32"/>
                      </a:cubicBezTo>
                      <a:cubicBezTo>
                        <a:pt x="241" y="26"/>
                        <a:pt x="241" y="26"/>
                        <a:pt x="241" y="26"/>
                      </a:cubicBezTo>
                      <a:cubicBezTo>
                        <a:pt x="237" y="24"/>
                        <a:pt x="233" y="21"/>
                        <a:pt x="228" y="19"/>
                      </a:cubicBezTo>
                      <a:cubicBezTo>
                        <a:pt x="199" y="5"/>
                        <a:pt x="168" y="0"/>
                        <a:pt x="137" y="2"/>
                      </a:cubicBezTo>
                      <a:cubicBezTo>
                        <a:pt x="97" y="6"/>
                        <a:pt x="59" y="22"/>
                        <a:pt x="29" y="49"/>
                      </a:cubicBezTo>
                      <a:cubicBezTo>
                        <a:pt x="0" y="27"/>
                        <a:pt x="0" y="27"/>
                        <a:pt x="0" y="27"/>
                      </a:cubicBezTo>
                      <a:lnTo>
                        <a:pt x="13" y="117"/>
                      </a:lnTo>
                      <a:close/>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b="1">
                    <a:solidFill>
                      <a:schemeClr val="bg1"/>
                    </a:solidFill>
                    <a:latin typeface="+mn-ea"/>
                  </a:endParaRPr>
                </a:p>
              </p:txBody>
            </p:sp>
            <p:sp>
              <p:nvSpPr>
                <p:cNvPr id="34" name="ïṥḻîḋé"/>
                <p:cNvSpPr/>
                <p:nvPr/>
              </p:nvSpPr>
              <p:spPr bwMode="auto">
                <a:xfrm>
                  <a:off x="6470650" y="3103563"/>
                  <a:ext cx="439738" cy="911225"/>
                </a:xfrm>
                <a:custGeom>
                  <a:avLst/>
                  <a:gdLst>
                    <a:gd name="T0" fmla="*/ 117 w 117"/>
                    <a:gd name="T1" fmla="*/ 228 h 241"/>
                    <a:gd name="T2" fmla="*/ 104 w 117"/>
                    <a:gd name="T3" fmla="*/ 139 h 241"/>
                    <a:gd name="T4" fmla="*/ 83 w 117"/>
                    <a:gd name="T5" fmla="*/ 166 h 241"/>
                    <a:gd name="T6" fmla="*/ 58 w 117"/>
                    <a:gd name="T7" fmla="*/ 99 h 241"/>
                    <a:gd name="T8" fmla="*/ 70 w 117"/>
                    <a:gd name="T9" fmla="*/ 37 h 241"/>
                    <a:gd name="T10" fmla="*/ 70 w 117"/>
                    <a:gd name="T11" fmla="*/ 36 h 241"/>
                    <a:gd name="T12" fmla="*/ 31 w 117"/>
                    <a:gd name="T13" fmla="*/ 42 h 241"/>
                    <a:gd name="T14" fmla="*/ 26 w 117"/>
                    <a:gd name="T15" fmla="*/ 0 h 241"/>
                    <a:gd name="T16" fmla="*/ 19 w 117"/>
                    <a:gd name="T17" fmla="*/ 13 h 241"/>
                    <a:gd name="T18" fmla="*/ 2 w 117"/>
                    <a:gd name="T19" fmla="*/ 102 h 241"/>
                    <a:gd name="T20" fmla="*/ 49 w 117"/>
                    <a:gd name="T21" fmla="*/ 212 h 241"/>
                    <a:gd name="T22" fmla="*/ 27 w 117"/>
                    <a:gd name="T23" fmla="*/ 241 h 241"/>
                    <a:gd name="T24" fmla="*/ 117 w 117"/>
                    <a:gd name="T25" fmla="*/ 228 h 2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7" h="241">
                      <a:moveTo>
                        <a:pt x="117" y="228"/>
                      </a:moveTo>
                      <a:cubicBezTo>
                        <a:pt x="104" y="139"/>
                        <a:pt x="104" y="139"/>
                        <a:pt x="104" y="139"/>
                      </a:cubicBezTo>
                      <a:cubicBezTo>
                        <a:pt x="83" y="166"/>
                        <a:pt x="83" y="166"/>
                        <a:pt x="83" y="166"/>
                      </a:cubicBezTo>
                      <a:cubicBezTo>
                        <a:pt x="69" y="146"/>
                        <a:pt x="60" y="123"/>
                        <a:pt x="58" y="99"/>
                      </a:cubicBezTo>
                      <a:cubicBezTo>
                        <a:pt x="57" y="78"/>
                        <a:pt x="60" y="57"/>
                        <a:pt x="70" y="37"/>
                      </a:cubicBezTo>
                      <a:cubicBezTo>
                        <a:pt x="70" y="36"/>
                        <a:pt x="70" y="36"/>
                        <a:pt x="70" y="36"/>
                      </a:cubicBezTo>
                      <a:cubicBezTo>
                        <a:pt x="31" y="42"/>
                        <a:pt x="31" y="42"/>
                        <a:pt x="31" y="42"/>
                      </a:cubicBezTo>
                      <a:cubicBezTo>
                        <a:pt x="26" y="0"/>
                        <a:pt x="26" y="0"/>
                        <a:pt x="26" y="0"/>
                      </a:cubicBezTo>
                      <a:cubicBezTo>
                        <a:pt x="23" y="5"/>
                        <a:pt x="21" y="9"/>
                        <a:pt x="19" y="13"/>
                      </a:cubicBezTo>
                      <a:cubicBezTo>
                        <a:pt x="5" y="42"/>
                        <a:pt x="0" y="73"/>
                        <a:pt x="2" y="102"/>
                      </a:cubicBezTo>
                      <a:cubicBezTo>
                        <a:pt x="5" y="143"/>
                        <a:pt x="21" y="182"/>
                        <a:pt x="49" y="212"/>
                      </a:cubicBezTo>
                      <a:cubicBezTo>
                        <a:pt x="27" y="241"/>
                        <a:pt x="27" y="241"/>
                        <a:pt x="27" y="241"/>
                      </a:cubicBezTo>
                      <a:lnTo>
                        <a:pt x="117" y="228"/>
                      </a:lnTo>
                      <a:close/>
                    </a:path>
                  </a:pathLst>
                </a:custGeom>
                <a:solidFill>
                  <a:srgbClr val="FEC35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b="1">
                    <a:solidFill>
                      <a:schemeClr val="bg1"/>
                    </a:solidFill>
                    <a:latin typeface="+mn-ea"/>
                  </a:endParaRPr>
                </a:p>
              </p:txBody>
            </p:sp>
            <p:sp>
              <p:nvSpPr>
                <p:cNvPr id="35" name="íṣḷidê"/>
                <p:cNvSpPr/>
                <p:nvPr/>
              </p:nvSpPr>
              <p:spPr bwMode="auto">
                <a:xfrm>
                  <a:off x="6816725" y="3694113"/>
                  <a:ext cx="904875" cy="446088"/>
                </a:xfrm>
                <a:custGeom>
                  <a:avLst/>
                  <a:gdLst>
                    <a:gd name="T0" fmla="*/ 241 w 241"/>
                    <a:gd name="T1" fmla="*/ 90 h 118"/>
                    <a:gd name="T2" fmla="*/ 228 w 241"/>
                    <a:gd name="T3" fmla="*/ 0 h 118"/>
                    <a:gd name="T4" fmla="*/ 138 w 241"/>
                    <a:gd name="T5" fmla="*/ 13 h 118"/>
                    <a:gd name="T6" fmla="*/ 165 w 241"/>
                    <a:gd name="T7" fmla="*/ 33 h 118"/>
                    <a:gd name="T8" fmla="*/ 96 w 241"/>
                    <a:gd name="T9" fmla="*/ 59 h 118"/>
                    <a:gd name="T10" fmla="*/ 37 w 241"/>
                    <a:gd name="T11" fmla="*/ 47 h 118"/>
                    <a:gd name="T12" fmla="*/ 36 w 241"/>
                    <a:gd name="T13" fmla="*/ 46 h 118"/>
                    <a:gd name="T14" fmla="*/ 42 w 241"/>
                    <a:gd name="T15" fmla="*/ 85 h 118"/>
                    <a:gd name="T16" fmla="*/ 0 w 241"/>
                    <a:gd name="T17" fmla="*/ 91 h 118"/>
                    <a:gd name="T18" fmla="*/ 13 w 241"/>
                    <a:gd name="T19" fmla="*/ 98 h 118"/>
                    <a:gd name="T20" fmla="*/ 112 w 241"/>
                    <a:gd name="T21" fmla="*/ 114 h 118"/>
                    <a:gd name="T22" fmla="*/ 212 w 241"/>
                    <a:gd name="T23" fmla="*/ 68 h 118"/>
                    <a:gd name="T24" fmla="*/ 241 w 241"/>
                    <a:gd name="T25" fmla="*/ 9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1" h="118">
                      <a:moveTo>
                        <a:pt x="241" y="90"/>
                      </a:moveTo>
                      <a:cubicBezTo>
                        <a:pt x="228" y="0"/>
                        <a:pt x="228" y="0"/>
                        <a:pt x="228" y="0"/>
                      </a:cubicBezTo>
                      <a:cubicBezTo>
                        <a:pt x="138" y="13"/>
                        <a:pt x="138" y="13"/>
                        <a:pt x="138" y="13"/>
                      </a:cubicBezTo>
                      <a:cubicBezTo>
                        <a:pt x="165" y="33"/>
                        <a:pt x="165" y="33"/>
                        <a:pt x="165" y="33"/>
                      </a:cubicBezTo>
                      <a:cubicBezTo>
                        <a:pt x="145" y="48"/>
                        <a:pt x="121" y="57"/>
                        <a:pt x="96" y="59"/>
                      </a:cubicBezTo>
                      <a:cubicBezTo>
                        <a:pt x="76" y="60"/>
                        <a:pt x="56" y="56"/>
                        <a:pt x="37" y="47"/>
                      </a:cubicBezTo>
                      <a:cubicBezTo>
                        <a:pt x="36" y="46"/>
                        <a:pt x="36" y="46"/>
                        <a:pt x="36" y="46"/>
                      </a:cubicBezTo>
                      <a:cubicBezTo>
                        <a:pt x="42" y="85"/>
                        <a:pt x="42" y="85"/>
                        <a:pt x="42" y="85"/>
                      </a:cubicBezTo>
                      <a:cubicBezTo>
                        <a:pt x="0" y="91"/>
                        <a:pt x="0" y="91"/>
                        <a:pt x="0" y="91"/>
                      </a:cubicBezTo>
                      <a:cubicBezTo>
                        <a:pt x="4" y="93"/>
                        <a:pt x="8" y="96"/>
                        <a:pt x="13" y="98"/>
                      </a:cubicBezTo>
                      <a:cubicBezTo>
                        <a:pt x="45" y="113"/>
                        <a:pt x="79" y="118"/>
                        <a:pt x="112" y="114"/>
                      </a:cubicBezTo>
                      <a:cubicBezTo>
                        <a:pt x="149" y="109"/>
                        <a:pt x="184" y="93"/>
                        <a:pt x="212" y="68"/>
                      </a:cubicBezTo>
                      <a:lnTo>
                        <a:pt x="241" y="90"/>
                      </a:lnTo>
                      <a:close/>
                    </a:path>
                  </a:pathLst>
                </a:custGeom>
                <a:solidFill>
                  <a:srgbClr val="FEC35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b="1">
                    <a:solidFill>
                      <a:schemeClr val="bg1"/>
                    </a:solidFill>
                    <a:latin typeface="+mn-ea"/>
                  </a:endParaRPr>
                </a:p>
              </p:txBody>
            </p:sp>
            <p:sp>
              <p:nvSpPr>
                <p:cNvPr id="36" name="ïslïḑè"/>
                <p:cNvSpPr/>
                <p:nvPr/>
              </p:nvSpPr>
              <p:spPr bwMode="auto">
                <a:xfrm>
                  <a:off x="7399338" y="2876550"/>
                  <a:ext cx="439738" cy="908050"/>
                </a:xfrm>
                <a:custGeom>
                  <a:avLst/>
                  <a:gdLst>
                    <a:gd name="T0" fmla="*/ 0 w 117"/>
                    <a:gd name="T1" fmla="*/ 13 h 240"/>
                    <a:gd name="T2" fmla="*/ 13 w 117"/>
                    <a:gd name="T3" fmla="*/ 102 h 240"/>
                    <a:gd name="T4" fmla="*/ 34 w 117"/>
                    <a:gd name="T5" fmla="*/ 75 h 240"/>
                    <a:gd name="T6" fmla="*/ 59 w 117"/>
                    <a:gd name="T7" fmla="*/ 143 h 240"/>
                    <a:gd name="T8" fmla="*/ 47 w 117"/>
                    <a:gd name="T9" fmla="*/ 204 h 240"/>
                    <a:gd name="T10" fmla="*/ 47 w 117"/>
                    <a:gd name="T11" fmla="*/ 205 h 240"/>
                    <a:gd name="T12" fmla="*/ 86 w 117"/>
                    <a:gd name="T13" fmla="*/ 199 h 240"/>
                    <a:gd name="T14" fmla="*/ 92 w 117"/>
                    <a:gd name="T15" fmla="*/ 240 h 240"/>
                    <a:gd name="T16" fmla="*/ 98 w 117"/>
                    <a:gd name="T17" fmla="*/ 228 h 240"/>
                    <a:gd name="T18" fmla="*/ 115 w 117"/>
                    <a:gd name="T19" fmla="*/ 139 h 240"/>
                    <a:gd name="T20" fmla="*/ 68 w 117"/>
                    <a:gd name="T21" fmla="*/ 29 h 240"/>
                    <a:gd name="T22" fmla="*/ 90 w 117"/>
                    <a:gd name="T23" fmla="*/ 0 h 240"/>
                    <a:gd name="T24" fmla="*/ 0 w 117"/>
                    <a:gd name="T25" fmla="*/ 13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7" h="240">
                      <a:moveTo>
                        <a:pt x="0" y="13"/>
                      </a:moveTo>
                      <a:cubicBezTo>
                        <a:pt x="13" y="102"/>
                        <a:pt x="13" y="102"/>
                        <a:pt x="13" y="102"/>
                      </a:cubicBezTo>
                      <a:cubicBezTo>
                        <a:pt x="34" y="75"/>
                        <a:pt x="34" y="75"/>
                        <a:pt x="34" y="75"/>
                      </a:cubicBezTo>
                      <a:cubicBezTo>
                        <a:pt x="49" y="95"/>
                        <a:pt x="58" y="118"/>
                        <a:pt x="59" y="143"/>
                      </a:cubicBezTo>
                      <a:cubicBezTo>
                        <a:pt x="60" y="163"/>
                        <a:pt x="57" y="184"/>
                        <a:pt x="47" y="204"/>
                      </a:cubicBezTo>
                      <a:cubicBezTo>
                        <a:pt x="47" y="205"/>
                        <a:pt x="47" y="205"/>
                        <a:pt x="47" y="205"/>
                      </a:cubicBezTo>
                      <a:cubicBezTo>
                        <a:pt x="86" y="199"/>
                        <a:pt x="86" y="199"/>
                        <a:pt x="86" y="199"/>
                      </a:cubicBezTo>
                      <a:cubicBezTo>
                        <a:pt x="92" y="240"/>
                        <a:pt x="92" y="240"/>
                        <a:pt x="92" y="240"/>
                      </a:cubicBezTo>
                      <a:cubicBezTo>
                        <a:pt x="94" y="236"/>
                        <a:pt x="96" y="232"/>
                        <a:pt x="98" y="228"/>
                      </a:cubicBezTo>
                      <a:cubicBezTo>
                        <a:pt x="112" y="199"/>
                        <a:pt x="117" y="168"/>
                        <a:pt x="115" y="139"/>
                      </a:cubicBezTo>
                      <a:cubicBezTo>
                        <a:pt x="112" y="98"/>
                        <a:pt x="96" y="59"/>
                        <a:pt x="68" y="29"/>
                      </a:cubicBezTo>
                      <a:cubicBezTo>
                        <a:pt x="90" y="0"/>
                        <a:pt x="90" y="0"/>
                        <a:pt x="90" y="0"/>
                      </a:cubicBezTo>
                      <a:lnTo>
                        <a:pt x="0" y="13"/>
                      </a:lnTo>
                      <a:close/>
                    </a:path>
                  </a:pathLst>
                </a:custGeom>
                <a:solidFill>
                  <a:srgbClr val="FEC35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b="1">
                    <a:solidFill>
                      <a:schemeClr val="bg1"/>
                    </a:solidFill>
                    <a:latin typeface="+mn-ea"/>
                  </a:endParaRPr>
                </a:p>
              </p:txBody>
            </p:sp>
          </p:grpSp>
          <p:grpSp>
            <p:nvGrpSpPr>
              <p:cNvPr id="30" name="îs1idè"/>
              <p:cNvGrpSpPr/>
              <p:nvPr/>
            </p:nvGrpSpPr>
            <p:grpSpPr>
              <a:xfrm>
                <a:off x="6793169" y="2523572"/>
                <a:ext cx="1277011" cy="1070611"/>
                <a:chOff x="5318962" y="2890396"/>
                <a:chExt cx="1712886" cy="1436035"/>
              </a:xfrm>
            </p:grpSpPr>
            <p:sp>
              <p:nvSpPr>
                <p:cNvPr id="31" name="îṡľíḍê"/>
                <p:cNvSpPr>
                  <a:spLocks noChangeAspect="1"/>
                </p:cNvSpPr>
                <p:nvPr/>
              </p:nvSpPr>
              <p:spPr bwMode="auto">
                <a:xfrm>
                  <a:off x="5906667" y="2890396"/>
                  <a:ext cx="537733" cy="609685"/>
                </a:xfrm>
                <a:custGeom>
                  <a:avLst/>
                  <a:gdLst>
                    <a:gd name="T0" fmla="*/ 2125 w 2288"/>
                    <a:gd name="T1" fmla="*/ 924 h 2598"/>
                    <a:gd name="T2" fmla="*/ 1863 w 2288"/>
                    <a:gd name="T3" fmla="*/ 1258 h 2598"/>
                    <a:gd name="T4" fmla="*/ 1848 w 2288"/>
                    <a:gd name="T5" fmla="*/ 1586 h 2598"/>
                    <a:gd name="T6" fmla="*/ 1899 w 2288"/>
                    <a:gd name="T7" fmla="*/ 1716 h 2598"/>
                    <a:gd name="T8" fmla="*/ 1211 w 2288"/>
                    <a:gd name="T9" fmla="*/ 2079 h 2598"/>
                    <a:gd name="T10" fmla="*/ 1176 w 2288"/>
                    <a:gd name="T11" fmla="*/ 2038 h 2598"/>
                    <a:gd name="T12" fmla="*/ 1200 w 2288"/>
                    <a:gd name="T13" fmla="*/ 965 h 2598"/>
                    <a:gd name="T14" fmla="*/ 1409 w 2288"/>
                    <a:gd name="T15" fmla="*/ 1012 h 2598"/>
                    <a:gd name="T16" fmla="*/ 1522 w 2288"/>
                    <a:gd name="T17" fmla="*/ 978 h 2598"/>
                    <a:gd name="T18" fmla="*/ 1526 w 2288"/>
                    <a:gd name="T19" fmla="*/ 847 h 2598"/>
                    <a:gd name="T20" fmla="*/ 1387 w 2288"/>
                    <a:gd name="T21" fmla="*/ 828 h 2598"/>
                    <a:gd name="T22" fmla="*/ 1193 w 2288"/>
                    <a:gd name="T23" fmla="*/ 584 h 2598"/>
                    <a:gd name="T24" fmla="*/ 1375 w 2288"/>
                    <a:gd name="T25" fmla="*/ 124 h 2598"/>
                    <a:gd name="T26" fmla="*/ 1109 w 2288"/>
                    <a:gd name="T27" fmla="*/ 37 h 2598"/>
                    <a:gd name="T28" fmla="*/ 1013 w 2288"/>
                    <a:gd name="T29" fmla="*/ 570 h 2598"/>
                    <a:gd name="T30" fmla="*/ 1056 w 2288"/>
                    <a:gd name="T31" fmla="*/ 808 h 2598"/>
                    <a:gd name="T32" fmla="*/ 891 w 2288"/>
                    <a:gd name="T33" fmla="*/ 784 h 2598"/>
                    <a:gd name="T34" fmla="*/ 748 w 2288"/>
                    <a:gd name="T35" fmla="*/ 921 h 2598"/>
                    <a:gd name="T36" fmla="*/ 899 w 2288"/>
                    <a:gd name="T37" fmla="*/ 946 h 2598"/>
                    <a:gd name="T38" fmla="*/ 1024 w 2288"/>
                    <a:gd name="T39" fmla="*/ 1479 h 2598"/>
                    <a:gd name="T40" fmla="*/ 1022 w 2288"/>
                    <a:gd name="T41" fmla="*/ 2081 h 2598"/>
                    <a:gd name="T42" fmla="*/ 434 w 2288"/>
                    <a:gd name="T43" fmla="*/ 1569 h 2598"/>
                    <a:gd name="T44" fmla="*/ 395 w 2288"/>
                    <a:gd name="T45" fmla="*/ 1470 h 2598"/>
                    <a:gd name="T46" fmla="*/ 88 w 2288"/>
                    <a:gd name="T47" fmla="*/ 1148 h 2598"/>
                    <a:gd name="T48" fmla="*/ 101 w 2288"/>
                    <a:gd name="T49" fmla="*/ 1658 h 2598"/>
                    <a:gd name="T50" fmla="*/ 906 w 2288"/>
                    <a:gd name="T51" fmla="*/ 2228 h 2598"/>
                    <a:gd name="T52" fmla="*/ 1177 w 2288"/>
                    <a:gd name="T53" fmla="*/ 2500 h 2598"/>
                    <a:gd name="T54" fmla="*/ 1223 w 2288"/>
                    <a:gd name="T55" fmla="*/ 2405 h 2598"/>
                    <a:gd name="T56" fmla="*/ 1273 w 2288"/>
                    <a:gd name="T57" fmla="*/ 2328 h 2598"/>
                    <a:gd name="T58" fmla="*/ 1280 w 2288"/>
                    <a:gd name="T59" fmla="*/ 2234 h 2598"/>
                    <a:gd name="T60" fmla="*/ 2094 w 2288"/>
                    <a:gd name="T61" fmla="*/ 1624 h 2598"/>
                    <a:gd name="T62" fmla="*/ 2274 w 2288"/>
                    <a:gd name="T63" fmla="*/ 1517 h 2598"/>
                    <a:gd name="T64" fmla="*/ 1065 w 2288"/>
                    <a:gd name="T65" fmla="*/ 420 h 2598"/>
                    <a:gd name="T66" fmla="*/ 1131 w 2288"/>
                    <a:gd name="T67" fmla="*/ 148 h 2598"/>
                    <a:gd name="T68" fmla="*/ 1165 w 2288"/>
                    <a:gd name="T69" fmla="*/ 430 h 2598"/>
                    <a:gd name="T70" fmla="*/ 1065 w 2288"/>
                    <a:gd name="T71" fmla="*/ 420 h 2598"/>
                    <a:gd name="T72" fmla="*/ 1040 w 2288"/>
                    <a:gd name="T73" fmla="*/ 2287 h 2598"/>
                    <a:gd name="T74" fmla="*/ 1032 w 2288"/>
                    <a:gd name="T75" fmla="*/ 2241 h 25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288" h="2598">
                      <a:moveTo>
                        <a:pt x="2281" y="1465"/>
                      </a:moveTo>
                      <a:cubicBezTo>
                        <a:pt x="2220" y="1286"/>
                        <a:pt x="2159" y="1111"/>
                        <a:pt x="2125" y="924"/>
                      </a:cubicBezTo>
                      <a:cubicBezTo>
                        <a:pt x="2112" y="850"/>
                        <a:pt x="2015" y="868"/>
                        <a:pt x="1992" y="924"/>
                      </a:cubicBezTo>
                      <a:cubicBezTo>
                        <a:pt x="1948" y="1035"/>
                        <a:pt x="1904" y="1146"/>
                        <a:pt x="1863" y="1258"/>
                      </a:cubicBezTo>
                      <a:cubicBezTo>
                        <a:pt x="1840" y="1319"/>
                        <a:pt x="1790" y="1411"/>
                        <a:pt x="1809" y="1480"/>
                      </a:cubicBezTo>
                      <a:cubicBezTo>
                        <a:pt x="1783" y="1516"/>
                        <a:pt x="1783" y="1565"/>
                        <a:pt x="1848" y="1586"/>
                      </a:cubicBezTo>
                      <a:cubicBezTo>
                        <a:pt x="1878" y="1596"/>
                        <a:pt x="1908" y="1602"/>
                        <a:pt x="1938" y="1607"/>
                      </a:cubicBezTo>
                      <a:cubicBezTo>
                        <a:pt x="1927" y="1644"/>
                        <a:pt x="1916" y="1681"/>
                        <a:pt x="1899" y="1716"/>
                      </a:cubicBezTo>
                      <a:cubicBezTo>
                        <a:pt x="1861" y="1789"/>
                        <a:pt x="1799" y="1850"/>
                        <a:pt x="1734" y="1899"/>
                      </a:cubicBezTo>
                      <a:cubicBezTo>
                        <a:pt x="1586" y="2012"/>
                        <a:pt x="1393" y="2062"/>
                        <a:pt x="1211" y="2079"/>
                      </a:cubicBezTo>
                      <a:cubicBezTo>
                        <a:pt x="1201" y="2080"/>
                        <a:pt x="1190" y="2080"/>
                        <a:pt x="1180" y="2081"/>
                      </a:cubicBezTo>
                      <a:cubicBezTo>
                        <a:pt x="1178" y="2066"/>
                        <a:pt x="1177" y="2052"/>
                        <a:pt x="1176" y="2038"/>
                      </a:cubicBezTo>
                      <a:cubicBezTo>
                        <a:pt x="1167" y="1852"/>
                        <a:pt x="1173" y="1665"/>
                        <a:pt x="1178" y="1479"/>
                      </a:cubicBezTo>
                      <a:cubicBezTo>
                        <a:pt x="1183" y="1309"/>
                        <a:pt x="1195" y="1137"/>
                        <a:pt x="1200" y="965"/>
                      </a:cubicBezTo>
                      <a:cubicBezTo>
                        <a:pt x="1262" y="972"/>
                        <a:pt x="1326" y="981"/>
                        <a:pt x="1388" y="979"/>
                      </a:cubicBezTo>
                      <a:cubicBezTo>
                        <a:pt x="1391" y="992"/>
                        <a:pt x="1399" y="1003"/>
                        <a:pt x="1409" y="1012"/>
                      </a:cubicBezTo>
                      <a:cubicBezTo>
                        <a:pt x="1434" y="1041"/>
                        <a:pt x="1476" y="1041"/>
                        <a:pt x="1501" y="1012"/>
                      </a:cubicBezTo>
                      <a:cubicBezTo>
                        <a:pt x="1511" y="1003"/>
                        <a:pt x="1519" y="991"/>
                        <a:pt x="1522" y="978"/>
                      </a:cubicBezTo>
                      <a:cubicBezTo>
                        <a:pt x="1528" y="956"/>
                        <a:pt x="1526" y="931"/>
                        <a:pt x="1526" y="908"/>
                      </a:cubicBezTo>
                      <a:lnTo>
                        <a:pt x="1526" y="847"/>
                      </a:lnTo>
                      <a:cubicBezTo>
                        <a:pt x="1526" y="809"/>
                        <a:pt x="1493" y="776"/>
                        <a:pt x="1455" y="776"/>
                      </a:cubicBezTo>
                      <a:cubicBezTo>
                        <a:pt x="1423" y="776"/>
                        <a:pt x="1395" y="799"/>
                        <a:pt x="1387" y="828"/>
                      </a:cubicBezTo>
                      <a:cubicBezTo>
                        <a:pt x="1327" y="813"/>
                        <a:pt x="1264" y="812"/>
                        <a:pt x="1202" y="810"/>
                      </a:cubicBezTo>
                      <a:cubicBezTo>
                        <a:pt x="1202" y="735"/>
                        <a:pt x="1199" y="659"/>
                        <a:pt x="1193" y="584"/>
                      </a:cubicBezTo>
                      <a:cubicBezTo>
                        <a:pt x="1297" y="558"/>
                        <a:pt x="1391" y="480"/>
                        <a:pt x="1431" y="385"/>
                      </a:cubicBezTo>
                      <a:cubicBezTo>
                        <a:pt x="1470" y="292"/>
                        <a:pt x="1441" y="197"/>
                        <a:pt x="1375" y="124"/>
                      </a:cubicBezTo>
                      <a:cubicBezTo>
                        <a:pt x="1315" y="57"/>
                        <a:pt x="1196" y="0"/>
                        <a:pt x="1109" y="37"/>
                      </a:cubicBezTo>
                      <a:cubicBezTo>
                        <a:pt x="1109" y="37"/>
                        <a:pt x="1109" y="37"/>
                        <a:pt x="1109" y="37"/>
                      </a:cubicBezTo>
                      <a:cubicBezTo>
                        <a:pt x="988" y="48"/>
                        <a:pt x="885" y="127"/>
                        <a:pt x="860" y="255"/>
                      </a:cubicBezTo>
                      <a:cubicBezTo>
                        <a:pt x="837" y="376"/>
                        <a:pt x="900" y="516"/>
                        <a:pt x="1013" y="570"/>
                      </a:cubicBezTo>
                      <a:cubicBezTo>
                        <a:pt x="1033" y="580"/>
                        <a:pt x="1055" y="586"/>
                        <a:pt x="1077" y="590"/>
                      </a:cubicBezTo>
                      <a:cubicBezTo>
                        <a:pt x="1068" y="662"/>
                        <a:pt x="1062" y="735"/>
                        <a:pt x="1056" y="808"/>
                      </a:cubicBezTo>
                      <a:cubicBezTo>
                        <a:pt x="1001" y="808"/>
                        <a:pt x="947" y="810"/>
                        <a:pt x="892" y="813"/>
                      </a:cubicBezTo>
                      <a:cubicBezTo>
                        <a:pt x="892" y="803"/>
                        <a:pt x="891" y="793"/>
                        <a:pt x="891" y="784"/>
                      </a:cubicBezTo>
                      <a:cubicBezTo>
                        <a:pt x="896" y="691"/>
                        <a:pt x="748" y="690"/>
                        <a:pt x="747" y="784"/>
                      </a:cubicBezTo>
                      <a:cubicBezTo>
                        <a:pt x="747" y="829"/>
                        <a:pt x="742" y="876"/>
                        <a:pt x="748" y="921"/>
                      </a:cubicBezTo>
                      <a:cubicBezTo>
                        <a:pt x="756" y="983"/>
                        <a:pt x="811" y="1002"/>
                        <a:pt x="851" y="981"/>
                      </a:cubicBezTo>
                      <a:cubicBezTo>
                        <a:pt x="872" y="980"/>
                        <a:pt x="891" y="967"/>
                        <a:pt x="899" y="946"/>
                      </a:cubicBezTo>
                      <a:cubicBezTo>
                        <a:pt x="948" y="949"/>
                        <a:pt x="998" y="951"/>
                        <a:pt x="1047" y="954"/>
                      </a:cubicBezTo>
                      <a:cubicBezTo>
                        <a:pt x="1037" y="1129"/>
                        <a:pt x="1031" y="1305"/>
                        <a:pt x="1024" y="1479"/>
                      </a:cubicBezTo>
                      <a:cubicBezTo>
                        <a:pt x="1017" y="1665"/>
                        <a:pt x="1014" y="1851"/>
                        <a:pt x="1021" y="2038"/>
                      </a:cubicBezTo>
                      <a:cubicBezTo>
                        <a:pt x="1022" y="2051"/>
                        <a:pt x="1022" y="2066"/>
                        <a:pt x="1022" y="2081"/>
                      </a:cubicBezTo>
                      <a:cubicBezTo>
                        <a:pt x="722" y="2061"/>
                        <a:pt x="421" y="1927"/>
                        <a:pt x="289" y="1649"/>
                      </a:cubicBezTo>
                      <a:cubicBezTo>
                        <a:pt x="342" y="1639"/>
                        <a:pt x="422" y="1633"/>
                        <a:pt x="434" y="1569"/>
                      </a:cubicBezTo>
                      <a:cubicBezTo>
                        <a:pt x="439" y="1539"/>
                        <a:pt x="429" y="1506"/>
                        <a:pt x="402" y="1492"/>
                      </a:cubicBezTo>
                      <a:cubicBezTo>
                        <a:pt x="401" y="1485"/>
                        <a:pt x="399" y="1478"/>
                        <a:pt x="395" y="1470"/>
                      </a:cubicBezTo>
                      <a:cubicBezTo>
                        <a:pt x="338" y="1362"/>
                        <a:pt x="258" y="1263"/>
                        <a:pt x="215" y="1148"/>
                      </a:cubicBezTo>
                      <a:cubicBezTo>
                        <a:pt x="192" y="1085"/>
                        <a:pt x="111" y="1085"/>
                        <a:pt x="88" y="1148"/>
                      </a:cubicBezTo>
                      <a:cubicBezTo>
                        <a:pt x="29" y="1306"/>
                        <a:pt x="0" y="1457"/>
                        <a:pt x="39" y="1624"/>
                      </a:cubicBezTo>
                      <a:cubicBezTo>
                        <a:pt x="45" y="1653"/>
                        <a:pt x="75" y="1663"/>
                        <a:pt x="101" y="1658"/>
                      </a:cubicBezTo>
                      <a:cubicBezTo>
                        <a:pt x="125" y="1661"/>
                        <a:pt x="149" y="1661"/>
                        <a:pt x="172" y="1661"/>
                      </a:cubicBezTo>
                      <a:cubicBezTo>
                        <a:pt x="253" y="2008"/>
                        <a:pt x="572" y="2179"/>
                        <a:pt x="906" y="2228"/>
                      </a:cubicBezTo>
                      <a:cubicBezTo>
                        <a:pt x="931" y="2337"/>
                        <a:pt x="982" y="2443"/>
                        <a:pt x="1043" y="2536"/>
                      </a:cubicBezTo>
                      <a:cubicBezTo>
                        <a:pt x="1083" y="2598"/>
                        <a:pt x="1172" y="2572"/>
                        <a:pt x="1177" y="2500"/>
                      </a:cubicBezTo>
                      <a:cubicBezTo>
                        <a:pt x="1177" y="2509"/>
                        <a:pt x="1185" y="2477"/>
                        <a:pt x="1189" y="2468"/>
                      </a:cubicBezTo>
                      <a:cubicBezTo>
                        <a:pt x="1199" y="2446"/>
                        <a:pt x="1211" y="2426"/>
                        <a:pt x="1223" y="2405"/>
                      </a:cubicBezTo>
                      <a:cubicBezTo>
                        <a:pt x="1234" y="2386"/>
                        <a:pt x="1247" y="2368"/>
                        <a:pt x="1259" y="2349"/>
                      </a:cubicBezTo>
                      <a:cubicBezTo>
                        <a:pt x="1264" y="2342"/>
                        <a:pt x="1268" y="2335"/>
                        <a:pt x="1273" y="2328"/>
                      </a:cubicBezTo>
                      <a:cubicBezTo>
                        <a:pt x="1277" y="2322"/>
                        <a:pt x="1293" y="2305"/>
                        <a:pt x="1277" y="2322"/>
                      </a:cubicBezTo>
                      <a:cubicBezTo>
                        <a:pt x="1304" y="2294"/>
                        <a:pt x="1300" y="2258"/>
                        <a:pt x="1280" y="2234"/>
                      </a:cubicBezTo>
                      <a:cubicBezTo>
                        <a:pt x="1483" y="2210"/>
                        <a:pt x="1683" y="2139"/>
                        <a:pt x="1845" y="2015"/>
                      </a:cubicBezTo>
                      <a:cubicBezTo>
                        <a:pt x="1948" y="1936"/>
                        <a:pt x="2086" y="1773"/>
                        <a:pt x="2094" y="1624"/>
                      </a:cubicBezTo>
                      <a:cubicBezTo>
                        <a:pt x="2146" y="1628"/>
                        <a:pt x="2201" y="1630"/>
                        <a:pt x="2245" y="1609"/>
                      </a:cubicBezTo>
                      <a:cubicBezTo>
                        <a:pt x="2278" y="1594"/>
                        <a:pt x="2287" y="1550"/>
                        <a:pt x="2274" y="1517"/>
                      </a:cubicBezTo>
                      <a:cubicBezTo>
                        <a:pt x="2284" y="1503"/>
                        <a:pt x="2288" y="1485"/>
                        <a:pt x="2281" y="1465"/>
                      </a:cubicBezTo>
                      <a:close/>
                      <a:moveTo>
                        <a:pt x="1065" y="420"/>
                      </a:moveTo>
                      <a:cubicBezTo>
                        <a:pt x="1019" y="392"/>
                        <a:pt x="1002" y="323"/>
                        <a:pt x="1010" y="274"/>
                      </a:cubicBezTo>
                      <a:cubicBezTo>
                        <a:pt x="1021" y="207"/>
                        <a:pt x="1073" y="171"/>
                        <a:pt x="1131" y="148"/>
                      </a:cubicBezTo>
                      <a:cubicBezTo>
                        <a:pt x="1208" y="195"/>
                        <a:pt x="1340" y="234"/>
                        <a:pt x="1280" y="343"/>
                      </a:cubicBezTo>
                      <a:cubicBezTo>
                        <a:pt x="1258" y="383"/>
                        <a:pt x="1213" y="417"/>
                        <a:pt x="1165" y="430"/>
                      </a:cubicBezTo>
                      <a:cubicBezTo>
                        <a:pt x="1148" y="418"/>
                        <a:pt x="1121" y="420"/>
                        <a:pt x="1105" y="434"/>
                      </a:cubicBezTo>
                      <a:cubicBezTo>
                        <a:pt x="1091" y="432"/>
                        <a:pt x="1077" y="428"/>
                        <a:pt x="1065" y="420"/>
                      </a:cubicBezTo>
                      <a:close/>
                      <a:moveTo>
                        <a:pt x="1032" y="2241"/>
                      </a:moveTo>
                      <a:cubicBezTo>
                        <a:pt x="1034" y="2257"/>
                        <a:pt x="1037" y="2272"/>
                        <a:pt x="1040" y="2287"/>
                      </a:cubicBezTo>
                      <a:cubicBezTo>
                        <a:pt x="1029" y="2271"/>
                        <a:pt x="1019" y="2255"/>
                        <a:pt x="1010" y="2239"/>
                      </a:cubicBezTo>
                      <a:cubicBezTo>
                        <a:pt x="1017" y="2240"/>
                        <a:pt x="1025" y="2241"/>
                        <a:pt x="1032" y="2241"/>
                      </a:cubicBezTo>
                      <a:close/>
                    </a:path>
                  </a:pathLst>
                </a:custGeom>
                <a:solidFill>
                  <a:srgbClr val="FEC350"/>
                </a:solidFill>
                <a:ln>
                  <a:noFill/>
                </a:ln>
              </p:spPr>
              <p:txBody>
                <a:bodyPr anchor="ctr"/>
                <a:lstStyle/>
                <a:p>
                  <a:pPr algn="ctr"/>
                  <a:endParaRPr b="1">
                    <a:solidFill>
                      <a:schemeClr val="bg1"/>
                    </a:solidFill>
                    <a:latin typeface="+mn-ea"/>
                  </a:endParaRPr>
                </a:p>
              </p:txBody>
            </p:sp>
            <p:sp>
              <p:nvSpPr>
                <p:cNvPr id="32" name="íṧļïḓê"/>
                <p:cNvSpPr/>
                <p:nvPr/>
              </p:nvSpPr>
              <p:spPr>
                <a:xfrm>
                  <a:off x="5318962" y="3587226"/>
                  <a:ext cx="1712886" cy="739205"/>
                </a:xfrm>
                <a:prstGeom prst="rect">
                  <a:avLst/>
                </a:prstGeom>
              </p:spPr>
              <p:txBody>
                <a:bodyPr wrap="none">
                  <a:normAutofit fontScale="97500"/>
                </a:bodyPr>
                <a:lstStyle/>
                <a:p>
                  <a:pPr algn="ctr" defTabSz="914400">
                    <a:lnSpc>
                      <a:spcPct val="120000"/>
                    </a:lnSpc>
                  </a:pPr>
                  <a:r>
                    <a:rPr lang="en-US" altLang="zh-CN" sz="2400" b="1" dirty="0">
                      <a:solidFill>
                        <a:schemeClr val="bg1"/>
                      </a:solidFill>
                      <a:latin typeface="方正大黑简体" panose="02010601030101010101" charset="-122"/>
                      <a:ea typeface="方正大黑简体" panose="02010601030101010101" charset="-122"/>
                    </a:rPr>
                    <a:t>Team</a:t>
                  </a:r>
                  <a:endParaRPr lang="zh-CN" altLang="en-US" sz="2400" b="1" dirty="0">
                    <a:solidFill>
                      <a:schemeClr val="bg1"/>
                    </a:solidFill>
                    <a:latin typeface="方正大黑简体" panose="02010601030101010101" charset="-122"/>
                    <a:ea typeface="方正大黑简体" panose="02010601030101010101" charset="-122"/>
                  </a:endParaRPr>
                </a:p>
              </p:txBody>
            </p:sp>
          </p:grpSp>
        </p:grpSp>
        <p:sp>
          <p:nvSpPr>
            <p:cNvPr id="11" name="îS1ïďé"/>
            <p:cNvSpPr/>
            <p:nvPr/>
          </p:nvSpPr>
          <p:spPr>
            <a:xfrm>
              <a:off x="6362911" y="4222544"/>
              <a:ext cx="2490837" cy="1229272"/>
            </a:xfrm>
            <a:prstGeom prst="rect">
              <a:avLst/>
            </a:prstGeom>
            <a:noFill/>
            <a:ln>
              <a:noFill/>
            </a:ln>
          </p:spPr>
          <p:txBody>
            <a:bodyPr wrap="square" lIns="91412" tIns="45700" rIns="91412" bIns="45700" anchor="t" anchorCtr="0">
              <a:noAutofit/>
            </a:bodyPr>
            <a:lstStyle/>
            <a:p>
              <a:pPr algn="ctr">
                <a:lnSpc>
                  <a:spcPct val="120000"/>
                </a:lnSpc>
                <a:buSzPct val="25000"/>
              </a:pPr>
              <a:r>
                <a:rPr lang="en-US" altLang="zh-CN" sz="1200" b="1" dirty="0">
                  <a:solidFill>
                    <a:schemeClr val="bg1"/>
                  </a:solidFill>
                  <a:latin typeface="+mn-ea"/>
                </a:rPr>
                <a:t>Decentralized professional incubation team</a:t>
              </a:r>
            </a:p>
            <a:p>
              <a:pPr algn="ctr">
                <a:lnSpc>
                  <a:spcPct val="120000"/>
                </a:lnSpc>
                <a:buSzPct val="25000"/>
              </a:pPr>
              <a:r>
                <a:rPr lang="en-US" altLang="zh-CN" sz="1200" b="1" dirty="0">
                  <a:solidFill>
                    <a:schemeClr val="bg1"/>
                  </a:solidFill>
                  <a:latin typeface="+mn-ea"/>
                </a:rPr>
                <a:t>Business model of making no loss</a:t>
              </a:r>
            </a:p>
            <a:p>
              <a:pPr algn="ctr">
                <a:lnSpc>
                  <a:spcPct val="120000"/>
                </a:lnSpc>
                <a:buSzPct val="25000"/>
              </a:pPr>
              <a:r>
                <a:rPr lang="en-US" altLang="zh-CN" sz="1200" b="1" dirty="0">
                  <a:solidFill>
                    <a:schemeClr val="bg1"/>
                  </a:solidFill>
                  <a:latin typeface="+mn-ea"/>
                </a:rPr>
                <a:t>Self hematopoietic function beyond imagination</a:t>
              </a:r>
              <a:endParaRPr lang="zh-CN" altLang="en-US" sz="1200" b="1" dirty="0">
                <a:solidFill>
                  <a:schemeClr val="bg1"/>
                </a:solidFill>
                <a:latin typeface="+mn-ea"/>
              </a:endParaRPr>
            </a:p>
          </p:txBody>
        </p:sp>
        <p:sp>
          <p:nvSpPr>
            <p:cNvPr id="12" name="í$1íḋé"/>
            <p:cNvSpPr/>
            <p:nvPr/>
          </p:nvSpPr>
          <p:spPr>
            <a:xfrm>
              <a:off x="6893164" y="3787625"/>
              <a:ext cx="1338772" cy="392568"/>
            </a:xfrm>
            <a:prstGeom prst="rect">
              <a:avLst/>
            </a:prstGeom>
            <a:noFill/>
            <a:ln>
              <a:noFill/>
            </a:ln>
          </p:spPr>
          <p:txBody>
            <a:bodyPr wrap="none" lIns="91412" tIns="45700" rIns="91412" bIns="45700" anchor="t" anchorCtr="0">
              <a:noAutofit/>
            </a:bodyPr>
            <a:lstStyle/>
            <a:p>
              <a:pPr algn="ctr">
                <a:buClrTx/>
                <a:buSzPct val="25000"/>
                <a:buFontTx/>
              </a:pPr>
              <a:r>
                <a:rPr lang="en-US" altLang="zh-CN" sz="2400" b="1" dirty="0">
                  <a:solidFill>
                    <a:schemeClr val="bg1"/>
                  </a:solidFill>
                  <a:latin typeface="方正大黑简体" panose="02010601030101010101" charset="-122"/>
                  <a:ea typeface="方正大黑简体" panose="02010601030101010101" charset="-122"/>
                </a:rPr>
                <a:t>Unique team</a:t>
              </a:r>
              <a:endParaRPr lang="zh-CN" altLang="en-US" sz="2400" b="1" dirty="0">
                <a:solidFill>
                  <a:schemeClr val="bg1"/>
                </a:solidFill>
                <a:latin typeface="方正大黑简体" panose="02010601030101010101" charset="-122"/>
                <a:ea typeface="方正大黑简体" panose="02010601030101010101" charset="-122"/>
              </a:endParaRPr>
            </a:p>
          </p:txBody>
        </p:sp>
        <p:grpSp>
          <p:nvGrpSpPr>
            <p:cNvPr id="13" name="iṡ1îḍè"/>
            <p:cNvGrpSpPr/>
            <p:nvPr/>
          </p:nvGrpSpPr>
          <p:grpSpPr>
            <a:xfrm>
              <a:off x="9299189" y="1392622"/>
              <a:ext cx="2300820" cy="2440488"/>
              <a:chOff x="8763726" y="1700808"/>
              <a:chExt cx="2300820" cy="2440488"/>
            </a:xfrm>
          </p:grpSpPr>
          <p:grpSp>
            <p:nvGrpSpPr>
              <p:cNvPr id="19" name="iṥľïďe"/>
              <p:cNvGrpSpPr/>
              <p:nvPr/>
            </p:nvGrpSpPr>
            <p:grpSpPr>
              <a:xfrm>
                <a:off x="8763726" y="1700808"/>
                <a:ext cx="2300820" cy="2440488"/>
                <a:chOff x="8034338" y="2638425"/>
                <a:chExt cx="1490662" cy="1581150"/>
              </a:xfrm>
            </p:grpSpPr>
            <p:sp>
              <p:nvSpPr>
                <p:cNvPr id="23" name="ïṩľíḋé"/>
                <p:cNvSpPr/>
                <p:nvPr/>
              </p:nvSpPr>
              <p:spPr bwMode="auto">
                <a:xfrm>
                  <a:off x="8034338" y="2824163"/>
                  <a:ext cx="517525" cy="604838"/>
                </a:xfrm>
                <a:custGeom>
                  <a:avLst/>
                  <a:gdLst>
                    <a:gd name="T0" fmla="*/ 49 w 138"/>
                    <a:gd name="T1" fmla="*/ 160 h 160"/>
                    <a:gd name="T2" fmla="*/ 123 w 138"/>
                    <a:gd name="T3" fmla="*/ 111 h 160"/>
                    <a:gd name="T4" fmla="*/ 90 w 138"/>
                    <a:gd name="T5" fmla="*/ 104 h 160"/>
                    <a:gd name="T6" fmla="*/ 124 w 138"/>
                    <a:gd name="T7" fmla="*/ 64 h 160"/>
                    <a:gd name="T8" fmla="*/ 138 w 138"/>
                    <a:gd name="T9" fmla="*/ 54 h 160"/>
                    <a:gd name="T10" fmla="*/ 104 w 138"/>
                    <a:gd name="T11" fmla="*/ 37 h 160"/>
                    <a:gd name="T12" fmla="*/ 122 w 138"/>
                    <a:gd name="T13" fmla="*/ 0 h 160"/>
                    <a:gd name="T14" fmla="*/ 86 w 138"/>
                    <a:gd name="T15" fmla="*/ 23 h 160"/>
                    <a:gd name="T16" fmla="*/ 35 w 138"/>
                    <a:gd name="T17" fmla="*/ 93 h 160"/>
                    <a:gd name="T18" fmla="*/ 0 w 138"/>
                    <a:gd name="T19" fmla="*/ 86 h 160"/>
                    <a:gd name="T20" fmla="*/ 49 w 138"/>
                    <a:gd name="T21" fmla="*/ 16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8" h="160">
                      <a:moveTo>
                        <a:pt x="49" y="160"/>
                      </a:moveTo>
                      <a:cubicBezTo>
                        <a:pt x="123" y="111"/>
                        <a:pt x="123" y="111"/>
                        <a:pt x="123" y="111"/>
                      </a:cubicBezTo>
                      <a:cubicBezTo>
                        <a:pt x="90" y="104"/>
                        <a:pt x="90" y="104"/>
                        <a:pt x="90" y="104"/>
                      </a:cubicBezTo>
                      <a:cubicBezTo>
                        <a:pt x="98" y="89"/>
                        <a:pt x="110" y="75"/>
                        <a:pt x="124" y="64"/>
                      </a:cubicBezTo>
                      <a:cubicBezTo>
                        <a:pt x="128" y="60"/>
                        <a:pt x="133" y="57"/>
                        <a:pt x="138" y="54"/>
                      </a:cubicBezTo>
                      <a:cubicBezTo>
                        <a:pt x="104" y="37"/>
                        <a:pt x="104" y="37"/>
                        <a:pt x="104" y="37"/>
                      </a:cubicBezTo>
                      <a:cubicBezTo>
                        <a:pt x="122" y="0"/>
                        <a:pt x="122" y="0"/>
                        <a:pt x="122" y="0"/>
                      </a:cubicBezTo>
                      <a:cubicBezTo>
                        <a:pt x="109" y="6"/>
                        <a:pt x="97" y="14"/>
                        <a:pt x="86" y="23"/>
                      </a:cubicBezTo>
                      <a:cubicBezTo>
                        <a:pt x="64" y="42"/>
                        <a:pt x="46" y="66"/>
                        <a:pt x="35" y="93"/>
                      </a:cubicBezTo>
                      <a:cubicBezTo>
                        <a:pt x="0" y="86"/>
                        <a:pt x="0" y="86"/>
                        <a:pt x="0" y="86"/>
                      </a:cubicBezTo>
                      <a:lnTo>
                        <a:pt x="49" y="160"/>
                      </a:lnTo>
                      <a:close/>
                    </a:path>
                  </a:pathLst>
                </a:custGeom>
                <a:solidFill>
                  <a:srgbClr val="FEC35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b="1">
                    <a:solidFill>
                      <a:schemeClr val="bg1"/>
                    </a:solidFill>
                    <a:latin typeface="+mn-ea"/>
                  </a:endParaRPr>
                </a:p>
              </p:txBody>
            </p:sp>
            <p:sp>
              <p:nvSpPr>
                <p:cNvPr id="24" name="îśḷïḓè"/>
                <p:cNvSpPr/>
                <p:nvPr/>
              </p:nvSpPr>
              <p:spPr bwMode="auto">
                <a:xfrm>
                  <a:off x="8113713" y="3376613"/>
                  <a:ext cx="385763" cy="561975"/>
                </a:xfrm>
                <a:custGeom>
                  <a:avLst/>
                  <a:gdLst>
                    <a:gd name="T0" fmla="*/ 103 w 103"/>
                    <a:gd name="T1" fmla="*/ 144 h 149"/>
                    <a:gd name="T2" fmla="*/ 97 w 103"/>
                    <a:gd name="T3" fmla="*/ 55 h 149"/>
                    <a:gd name="T4" fmla="*/ 75 w 103"/>
                    <a:gd name="T5" fmla="*/ 80 h 149"/>
                    <a:gd name="T6" fmla="*/ 59 w 103"/>
                    <a:gd name="T7" fmla="*/ 41 h 149"/>
                    <a:gd name="T8" fmla="*/ 56 w 103"/>
                    <a:gd name="T9" fmla="*/ 14 h 149"/>
                    <a:gd name="T10" fmla="*/ 56 w 103"/>
                    <a:gd name="T11" fmla="*/ 13 h 149"/>
                    <a:gd name="T12" fmla="*/ 24 w 103"/>
                    <a:gd name="T13" fmla="*/ 34 h 149"/>
                    <a:gd name="T14" fmla="*/ 1 w 103"/>
                    <a:gd name="T15" fmla="*/ 0 h 149"/>
                    <a:gd name="T16" fmla="*/ 0 w 103"/>
                    <a:gd name="T17" fmla="*/ 14 h 149"/>
                    <a:gd name="T18" fmla="*/ 8 w 103"/>
                    <a:gd name="T19" fmla="*/ 65 h 149"/>
                    <a:gd name="T20" fmla="*/ 38 w 103"/>
                    <a:gd name="T21" fmla="*/ 122 h 149"/>
                    <a:gd name="T22" fmla="*/ 14 w 103"/>
                    <a:gd name="T23" fmla="*/ 149 h 149"/>
                    <a:gd name="T24" fmla="*/ 103 w 103"/>
                    <a:gd name="T25" fmla="*/ 144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3" h="149">
                      <a:moveTo>
                        <a:pt x="103" y="144"/>
                      </a:moveTo>
                      <a:cubicBezTo>
                        <a:pt x="97" y="55"/>
                        <a:pt x="97" y="55"/>
                        <a:pt x="97" y="55"/>
                      </a:cubicBezTo>
                      <a:cubicBezTo>
                        <a:pt x="75" y="80"/>
                        <a:pt x="75" y="80"/>
                        <a:pt x="75" y="80"/>
                      </a:cubicBezTo>
                      <a:cubicBezTo>
                        <a:pt x="67" y="68"/>
                        <a:pt x="62" y="55"/>
                        <a:pt x="59" y="41"/>
                      </a:cubicBezTo>
                      <a:cubicBezTo>
                        <a:pt x="57" y="32"/>
                        <a:pt x="56" y="23"/>
                        <a:pt x="56" y="14"/>
                      </a:cubicBezTo>
                      <a:cubicBezTo>
                        <a:pt x="56" y="13"/>
                        <a:pt x="56" y="13"/>
                        <a:pt x="56" y="13"/>
                      </a:cubicBezTo>
                      <a:cubicBezTo>
                        <a:pt x="24" y="34"/>
                        <a:pt x="24" y="34"/>
                        <a:pt x="24" y="34"/>
                      </a:cubicBezTo>
                      <a:cubicBezTo>
                        <a:pt x="1" y="0"/>
                        <a:pt x="1" y="0"/>
                        <a:pt x="1" y="0"/>
                      </a:cubicBezTo>
                      <a:cubicBezTo>
                        <a:pt x="1" y="5"/>
                        <a:pt x="0" y="9"/>
                        <a:pt x="0" y="14"/>
                      </a:cubicBezTo>
                      <a:cubicBezTo>
                        <a:pt x="0" y="32"/>
                        <a:pt x="3" y="49"/>
                        <a:pt x="8" y="65"/>
                      </a:cubicBezTo>
                      <a:cubicBezTo>
                        <a:pt x="14" y="86"/>
                        <a:pt x="24" y="105"/>
                        <a:pt x="38" y="122"/>
                      </a:cubicBezTo>
                      <a:cubicBezTo>
                        <a:pt x="14" y="149"/>
                        <a:pt x="14" y="149"/>
                        <a:pt x="14" y="149"/>
                      </a:cubicBezTo>
                      <a:lnTo>
                        <a:pt x="103" y="144"/>
                      </a:lnTo>
                      <a:close/>
                    </a:path>
                  </a:pathLst>
                </a:custGeom>
                <a:solidFill>
                  <a:srgbClr val="FEC35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b="1">
                    <a:solidFill>
                      <a:schemeClr val="bg1"/>
                    </a:solidFill>
                    <a:latin typeface="+mn-ea"/>
                  </a:endParaRPr>
                </a:p>
              </p:txBody>
            </p:sp>
            <p:sp>
              <p:nvSpPr>
                <p:cNvPr id="25" name="íṡ1ïḍè"/>
                <p:cNvSpPr/>
                <p:nvPr/>
              </p:nvSpPr>
              <p:spPr bwMode="auto">
                <a:xfrm>
                  <a:off x="8402638" y="3768725"/>
                  <a:ext cx="657225" cy="450850"/>
                </a:xfrm>
                <a:custGeom>
                  <a:avLst/>
                  <a:gdLst>
                    <a:gd name="T0" fmla="*/ 106 w 175"/>
                    <a:gd name="T1" fmla="*/ 32 h 119"/>
                    <a:gd name="T2" fmla="*/ 101 w 175"/>
                    <a:gd name="T3" fmla="*/ 32 h 119"/>
                    <a:gd name="T4" fmla="*/ 66 w 175"/>
                    <a:gd name="T5" fmla="*/ 27 h 119"/>
                    <a:gd name="T6" fmla="*/ 39 w 175"/>
                    <a:gd name="T7" fmla="*/ 15 h 119"/>
                    <a:gd name="T8" fmla="*/ 41 w 175"/>
                    <a:gd name="T9" fmla="*/ 53 h 119"/>
                    <a:gd name="T10" fmla="*/ 0 w 175"/>
                    <a:gd name="T11" fmla="*/ 56 h 119"/>
                    <a:gd name="T12" fmla="*/ 64 w 175"/>
                    <a:gd name="T13" fmla="*/ 83 h 119"/>
                    <a:gd name="T14" fmla="*/ 101 w 175"/>
                    <a:gd name="T15" fmla="*/ 87 h 119"/>
                    <a:gd name="T16" fmla="*/ 124 w 175"/>
                    <a:gd name="T17" fmla="*/ 86 h 119"/>
                    <a:gd name="T18" fmla="*/ 136 w 175"/>
                    <a:gd name="T19" fmla="*/ 119 h 119"/>
                    <a:gd name="T20" fmla="*/ 175 w 175"/>
                    <a:gd name="T21" fmla="*/ 40 h 119"/>
                    <a:gd name="T22" fmla="*/ 96 w 175"/>
                    <a:gd name="T23" fmla="*/ 0 h 119"/>
                    <a:gd name="T24" fmla="*/ 106 w 175"/>
                    <a:gd name="T25" fmla="*/ 3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5" h="119">
                      <a:moveTo>
                        <a:pt x="106" y="32"/>
                      </a:moveTo>
                      <a:cubicBezTo>
                        <a:pt x="104" y="32"/>
                        <a:pt x="103" y="32"/>
                        <a:pt x="101" y="32"/>
                      </a:cubicBezTo>
                      <a:cubicBezTo>
                        <a:pt x="89" y="32"/>
                        <a:pt x="77" y="30"/>
                        <a:pt x="66" y="27"/>
                      </a:cubicBezTo>
                      <a:cubicBezTo>
                        <a:pt x="56" y="24"/>
                        <a:pt x="47" y="20"/>
                        <a:pt x="39" y="15"/>
                      </a:cubicBezTo>
                      <a:cubicBezTo>
                        <a:pt x="41" y="53"/>
                        <a:pt x="41" y="53"/>
                        <a:pt x="41" y="53"/>
                      </a:cubicBezTo>
                      <a:cubicBezTo>
                        <a:pt x="0" y="56"/>
                        <a:pt x="0" y="56"/>
                        <a:pt x="0" y="56"/>
                      </a:cubicBezTo>
                      <a:cubicBezTo>
                        <a:pt x="19" y="69"/>
                        <a:pt x="41" y="78"/>
                        <a:pt x="64" y="83"/>
                      </a:cubicBezTo>
                      <a:cubicBezTo>
                        <a:pt x="76" y="86"/>
                        <a:pt x="88" y="87"/>
                        <a:pt x="101" y="87"/>
                      </a:cubicBezTo>
                      <a:cubicBezTo>
                        <a:pt x="109" y="87"/>
                        <a:pt x="117" y="87"/>
                        <a:pt x="124" y="86"/>
                      </a:cubicBezTo>
                      <a:cubicBezTo>
                        <a:pt x="136" y="119"/>
                        <a:pt x="136" y="119"/>
                        <a:pt x="136" y="119"/>
                      </a:cubicBezTo>
                      <a:cubicBezTo>
                        <a:pt x="175" y="40"/>
                        <a:pt x="175" y="40"/>
                        <a:pt x="175" y="40"/>
                      </a:cubicBezTo>
                      <a:cubicBezTo>
                        <a:pt x="96" y="0"/>
                        <a:pt x="96" y="0"/>
                        <a:pt x="96" y="0"/>
                      </a:cubicBezTo>
                      <a:lnTo>
                        <a:pt x="106" y="32"/>
                      </a:lnTo>
                      <a:close/>
                    </a:path>
                  </a:pathLst>
                </a:custGeom>
                <a:solidFill>
                  <a:srgbClr val="FEC35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b="1">
                    <a:solidFill>
                      <a:schemeClr val="bg1"/>
                    </a:solidFill>
                    <a:latin typeface="+mn-ea"/>
                  </a:endParaRPr>
                </a:p>
              </p:txBody>
            </p:sp>
            <p:sp>
              <p:nvSpPr>
                <p:cNvPr id="26" name="ïŝḻïḍe"/>
                <p:cNvSpPr/>
                <p:nvPr/>
              </p:nvSpPr>
              <p:spPr bwMode="auto">
                <a:xfrm>
                  <a:off x="9007475" y="3429000"/>
                  <a:ext cx="517525" cy="604838"/>
                </a:xfrm>
                <a:custGeom>
                  <a:avLst/>
                  <a:gdLst>
                    <a:gd name="T0" fmla="*/ 138 w 138"/>
                    <a:gd name="T1" fmla="*/ 74 h 160"/>
                    <a:gd name="T2" fmla="*/ 89 w 138"/>
                    <a:gd name="T3" fmla="*/ 0 h 160"/>
                    <a:gd name="T4" fmla="*/ 15 w 138"/>
                    <a:gd name="T5" fmla="*/ 49 h 160"/>
                    <a:gd name="T6" fmla="*/ 48 w 138"/>
                    <a:gd name="T7" fmla="*/ 56 h 160"/>
                    <a:gd name="T8" fmla="*/ 26 w 138"/>
                    <a:gd name="T9" fmla="*/ 86 h 160"/>
                    <a:gd name="T10" fmla="*/ 0 w 138"/>
                    <a:gd name="T11" fmla="*/ 106 h 160"/>
                    <a:gd name="T12" fmla="*/ 34 w 138"/>
                    <a:gd name="T13" fmla="*/ 123 h 160"/>
                    <a:gd name="T14" fmla="*/ 16 w 138"/>
                    <a:gd name="T15" fmla="*/ 160 h 160"/>
                    <a:gd name="T16" fmla="*/ 69 w 138"/>
                    <a:gd name="T17" fmla="*/ 121 h 160"/>
                    <a:gd name="T18" fmla="*/ 103 w 138"/>
                    <a:gd name="T19" fmla="*/ 67 h 160"/>
                    <a:gd name="T20" fmla="*/ 138 w 138"/>
                    <a:gd name="T21" fmla="*/ 74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8" h="160">
                      <a:moveTo>
                        <a:pt x="138" y="74"/>
                      </a:moveTo>
                      <a:cubicBezTo>
                        <a:pt x="89" y="0"/>
                        <a:pt x="89" y="0"/>
                        <a:pt x="89" y="0"/>
                      </a:cubicBezTo>
                      <a:cubicBezTo>
                        <a:pt x="15" y="49"/>
                        <a:pt x="15" y="49"/>
                        <a:pt x="15" y="49"/>
                      </a:cubicBezTo>
                      <a:cubicBezTo>
                        <a:pt x="48" y="56"/>
                        <a:pt x="48" y="56"/>
                        <a:pt x="48" y="56"/>
                      </a:cubicBezTo>
                      <a:cubicBezTo>
                        <a:pt x="42" y="67"/>
                        <a:pt x="35" y="77"/>
                        <a:pt x="26" y="86"/>
                      </a:cubicBezTo>
                      <a:cubicBezTo>
                        <a:pt x="19" y="94"/>
                        <a:pt x="10" y="100"/>
                        <a:pt x="0" y="106"/>
                      </a:cubicBezTo>
                      <a:cubicBezTo>
                        <a:pt x="34" y="123"/>
                        <a:pt x="34" y="123"/>
                        <a:pt x="34" y="123"/>
                      </a:cubicBezTo>
                      <a:cubicBezTo>
                        <a:pt x="16" y="160"/>
                        <a:pt x="16" y="160"/>
                        <a:pt x="16" y="160"/>
                      </a:cubicBezTo>
                      <a:cubicBezTo>
                        <a:pt x="36" y="150"/>
                        <a:pt x="54" y="137"/>
                        <a:pt x="69" y="121"/>
                      </a:cubicBezTo>
                      <a:cubicBezTo>
                        <a:pt x="83" y="106"/>
                        <a:pt x="95" y="87"/>
                        <a:pt x="103" y="67"/>
                      </a:cubicBezTo>
                      <a:lnTo>
                        <a:pt x="138" y="74"/>
                      </a:lnTo>
                      <a:close/>
                    </a:path>
                  </a:pathLst>
                </a:custGeom>
                <a:solidFill>
                  <a:srgbClr val="FEC35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b="1">
                    <a:solidFill>
                      <a:schemeClr val="bg1"/>
                    </a:solidFill>
                    <a:latin typeface="+mn-ea"/>
                  </a:endParaRPr>
                </a:p>
              </p:txBody>
            </p:sp>
            <p:sp>
              <p:nvSpPr>
                <p:cNvPr id="27" name="ïšlïḍè"/>
                <p:cNvSpPr/>
                <p:nvPr/>
              </p:nvSpPr>
              <p:spPr bwMode="auto">
                <a:xfrm>
                  <a:off x="9059863" y="2919413"/>
                  <a:ext cx="387350" cy="561975"/>
                </a:xfrm>
                <a:custGeom>
                  <a:avLst/>
                  <a:gdLst>
                    <a:gd name="T0" fmla="*/ 0 w 103"/>
                    <a:gd name="T1" fmla="*/ 5 h 149"/>
                    <a:gd name="T2" fmla="*/ 6 w 103"/>
                    <a:gd name="T3" fmla="*/ 94 h 149"/>
                    <a:gd name="T4" fmla="*/ 28 w 103"/>
                    <a:gd name="T5" fmla="*/ 69 h 149"/>
                    <a:gd name="T6" fmla="*/ 44 w 103"/>
                    <a:gd name="T7" fmla="*/ 104 h 149"/>
                    <a:gd name="T8" fmla="*/ 48 w 103"/>
                    <a:gd name="T9" fmla="*/ 135 h 149"/>
                    <a:gd name="T10" fmla="*/ 48 w 103"/>
                    <a:gd name="T11" fmla="*/ 136 h 149"/>
                    <a:gd name="T12" fmla="*/ 79 w 103"/>
                    <a:gd name="T13" fmla="*/ 115 h 149"/>
                    <a:gd name="T14" fmla="*/ 102 w 103"/>
                    <a:gd name="T15" fmla="*/ 149 h 149"/>
                    <a:gd name="T16" fmla="*/ 103 w 103"/>
                    <a:gd name="T17" fmla="*/ 135 h 149"/>
                    <a:gd name="T18" fmla="*/ 97 w 103"/>
                    <a:gd name="T19" fmla="*/ 89 h 149"/>
                    <a:gd name="T20" fmla="*/ 66 w 103"/>
                    <a:gd name="T21" fmla="*/ 27 h 149"/>
                    <a:gd name="T22" fmla="*/ 89 w 103"/>
                    <a:gd name="T23" fmla="*/ 0 h 149"/>
                    <a:gd name="T24" fmla="*/ 0 w 103"/>
                    <a:gd name="T25" fmla="*/ 5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3" h="149">
                      <a:moveTo>
                        <a:pt x="0" y="5"/>
                      </a:moveTo>
                      <a:cubicBezTo>
                        <a:pt x="6" y="94"/>
                        <a:pt x="6" y="94"/>
                        <a:pt x="6" y="94"/>
                      </a:cubicBezTo>
                      <a:cubicBezTo>
                        <a:pt x="28" y="69"/>
                        <a:pt x="28" y="69"/>
                        <a:pt x="28" y="69"/>
                      </a:cubicBezTo>
                      <a:cubicBezTo>
                        <a:pt x="35" y="80"/>
                        <a:pt x="40" y="91"/>
                        <a:pt x="44" y="104"/>
                      </a:cubicBezTo>
                      <a:cubicBezTo>
                        <a:pt x="46" y="114"/>
                        <a:pt x="48" y="124"/>
                        <a:pt x="48" y="135"/>
                      </a:cubicBezTo>
                      <a:cubicBezTo>
                        <a:pt x="48" y="136"/>
                        <a:pt x="48" y="136"/>
                        <a:pt x="48" y="136"/>
                      </a:cubicBezTo>
                      <a:cubicBezTo>
                        <a:pt x="79" y="115"/>
                        <a:pt x="79" y="115"/>
                        <a:pt x="79" y="115"/>
                      </a:cubicBezTo>
                      <a:cubicBezTo>
                        <a:pt x="102" y="149"/>
                        <a:pt x="102" y="149"/>
                        <a:pt x="102" y="149"/>
                      </a:cubicBezTo>
                      <a:cubicBezTo>
                        <a:pt x="103" y="144"/>
                        <a:pt x="103" y="140"/>
                        <a:pt x="103" y="135"/>
                      </a:cubicBezTo>
                      <a:cubicBezTo>
                        <a:pt x="103" y="119"/>
                        <a:pt x="101" y="104"/>
                        <a:pt x="97" y="89"/>
                      </a:cubicBezTo>
                      <a:cubicBezTo>
                        <a:pt x="90" y="66"/>
                        <a:pt x="80" y="45"/>
                        <a:pt x="66" y="27"/>
                      </a:cubicBezTo>
                      <a:cubicBezTo>
                        <a:pt x="89" y="0"/>
                        <a:pt x="89" y="0"/>
                        <a:pt x="89" y="0"/>
                      </a:cubicBezTo>
                      <a:lnTo>
                        <a:pt x="0" y="5"/>
                      </a:lnTo>
                      <a:close/>
                    </a:path>
                  </a:pathLst>
                </a:custGeom>
                <a:solidFill>
                  <a:srgbClr val="FEC35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b="1">
                    <a:solidFill>
                      <a:schemeClr val="bg1"/>
                    </a:solidFill>
                    <a:latin typeface="+mn-ea"/>
                  </a:endParaRPr>
                </a:p>
              </p:txBody>
            </p:sp>
            <p:sp>
              <p:nvSpPr>
                <p:cNvPr id="28" name="iś1îḑê"/>
                <p:cNvSpPr/>
                <p:nvPr/>
              </p:nvSpPr>
              <p:spPr bwMode="auto">
                <a:xfrm>
                  <a:off x="8499475" y="2638425"/>
                  <a:ext cx="657225" cy="450850"/>
                </a:xfrm>
                <a:custGeom>
                  <a:avLst/>
                  <a:gdLst>
                    <a:gd name="T0" fmla="*/ 69 w 175"/>
                    <a:gd name="T1" fmla="*/ 87 h 119"/>
                    <a:gd name="T2" fmla="*/ 75 w 175"/>
                    <a:gd name="T3" fmla="*/ 87 h 119"/>
                    <a:gd name="T4" fmla="*/ 105 w 175"/>
                    <a:gd name="T5" fmla="*/ 91 h 119"/>
                    <a:gd name="T6" fmla="*/ 136 w 175"/>
                    <a:gd name="T7" fmla="*/ 104 h 119"/>
                    <a:gd name="T8" fmla="*/ 134 w 175"/>
                    <a:gd name="T9" fmla="*/ 66 h 119"/>
                    <a:gd name="T10" fmla="*/ 175 w 175"/>
                    <a:gd name="T11" fmla="*/ 63 h 119"/>
                    <a:gd name="T12" fmla="*/ 113 w 175"/>
                    <a:gd name="T13" fmla="*/ 36 h 119"/>
                    <a:gd name="T14" fmla="*/ 75 w 175"/>
                    <a:gd name="T15" fmla="*/ 32 h 119"/>
                    <a:gd name="T16" fmla="*/ 51 w 175"/>
                    <a:gd name="T17" fmla="*/ 33 h 119"/>
                    <a:gd name="T18" fmla="*/ 39 w 175"/>
                    <a:gd name="T19" fmla="*/ 0 h 119"/>
                    <a:gd name="T20" fmla="*/ 0 w 175"/>
                    <a:gd name="T21" fmla="*/ 79 h 119"/>
                    <a:gd name="T22" fmla="*/ 79 w 175"/>
                    <a:gd name="T23" fmla="*/ 119 h 119"/>
                    <a:gd name="T24" fmla="*/ 69 w 175"/>
                    <a:gd name="T25" fmla="*/ 87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5" h="119">
                      <a:moveTo>
                        <a:pt x="69" y="87"/>
                      </a:moveTo>
                      <a:cubicBezTo>
                        <a:pt x="71" y="87"/>
                        <a:pt x="73" y="87"/>
                        <a:pt x="75" y="87"/>
                      </a:cubicBezTo>
                      <a:cubicBezTo>
                        <a:pt x="85" y="87"/>
                        <a:pt x="95" y="88"/>
                        <a:pt x="105" y="91"/>
                      </a:cubicBezTo>
                      <a:cubicBezTo>
                        <a:pt x="116" y="94"/>
                        <a:pt x="127" y="98"/>
                        <a:pt x="136" y="104"/>
                      </a:cubicBezTo>
                      <a:cubicBezTo>
                        <a:pt x="134" y="66"/>
                        <a:pt x="134" y="66"/>
                        <a:pt x="134" y="66"/>
                      </a:cubicBezTo>
                      <a:cubicBezTo>
                        <a:pt x="175" y="63"/>
                        <a:pt x="175" y="63"/>
                        <a:pt x="175" y="63"/>
                      </a:cubicBezTo>
                      <a:cubicBezTo>
                        <a:pt x="156" y="50"/>
                        <a:pt x="135" y="41"/>
                        <a:pt x="113" y="36"/>
                      </a:cubicBezTo>
                      <a:cubicBezTo>
                        <a:pt x="100" y="33"/>
                        <a:pt x="88" y="32"/>
                        <a:pt x="75" y="32"/>
                      </a:cubicBezTo>
                      <a:cubicBezTo>
                        <a:pt x="66" y="32"/>
                        <a:pt x="58" y="32"/>
                        <a:pt x="51" y="33"/>
                      </a:cubicBezTo>
                      <a:cubicBezTo>
                        <a:pt x="39" y="0"/>
                        <a:pt x="39" y="0"/>
                        <a:pt x="39" y="0"/>
                      </a:cubicBezTo>
                      <a:cubicBezTo>
                        <a:pt x="0" y="79"/>
                        <a:pt x="0" y="79"/>
                        <a:pt x="0" y="79"/>
                      </a:cubicBezTo>
                      <a:cubicBezTo>
                        <a:pt x="79" y="119"/>
                        <a:pt x="79" y="119"/>
                        <a:pt x="79" y="119"/>
                      </a:cubicBezTo>
                      <a:lnTo>
                        <a:pt x="69" y="87"/>
                      </a:lnTo>
                      <a:close/>
                    </a:path>
                  </a:pathLst>
                </a:custGeom>
                <a:solidFill>
                  <a:schemeClr val="accent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b="1">
                    <a:solidFill>
                      <a:schemeClr val="bg1"/>
                    </a:solidFill>
                    <a:latin typeface="+mn-ea"/>
                  </a:endParaRPr>
                </a:p>
              </p:txBody>
            </p:sp>
          </p:grpSp>
          <p:grpSp>
            <p:nvGrpSpPr>
              <p:cNvPr id="20" name="îṧḷiḋe"/>
              <p:cNvGrpSpPr/>
              <p:nvPr/>
            </p:nvGrpSpPr>
            <p:grpSpPr>
              <a:xfrm>
                <a:off x="9314881" y="2523744"/>
                <a:ext cx="1277010" cy="1003089"/>
                <a:chOff x="5318962" y="2890856"/>
                <a:chExt cx="1712883" cy="1345469"/>
              </a:xfrm>
            </p:grpSpPr>
            <p:sp>
              <p:nvSpPr>
                <p:cNvPr id="21" name="îšļidè"/>
                <p:cNvSpPr>
                  <a:spLocks noChangeAspect="1"/>
                </p:cNvSpPr>
                <p:nvPr/>
              </p:nvSpPr>
              <p:spPr bwMode="auto">
                <a:xfrm>
                  <a:off x="5870691" y="2890856"/>
                  <a:ext cx="609685" cy="608764"/>
                </a:xfrm>
                <a:custGeom>
                  <a:avLst/>
                  <a:gdLst>
                    <a:gd name="connsiteX0" fmla="*/ 497095 w 607639"/>
                    <a:gd name="connsiteY0" fmla="*/ 261992 h 606722"/>
                    <a:gd name="connsiteX1" fmla="*/ 497095 w 607639"/>
                    <a:gd name="connsiteY1" fmla="*/ 468794 h 606722"/>
                    <a:gd name="connsiteX2" fmla="*/ 524775 w 607639"/>
                    <a:gd name="connsiteY2" fmla="*/ 468794 h 606722"/>
                    <a:gd name="connsiteX3" fmla="*/ 524775 w 607639"/>
                    <a:gd name="connsiteY3" fmla="*/ 261992 h 606722"/>
                    <a:gd name="connsiteX4" fmla="*/ 414320 w 607639"/>
                    <a:gd name="connsiteY4" fmla="*/ 261992 h 606722"/>
                    <a:gd name="connsiteX5" fmla="*/ 414320 w 607639"/>
                    <a:gd name="connsiteY5" fmla="*/ 468794 h 606722"/>
                    <a:gd name="connsiteX6" fmla="*/ 469503 w 607639"/>
                    <a:gd name="connsiteY6" fmla="*/ 468794 h 606722"/>
                    <a:gd name="connsiteX7" fmla="*/ 469503 w 607639"/>
                    <a:gd name="connsiteY7" fmla="*/ 261992 h 606722"/>
                    <a:gd name="connsiteX8" fmla="*/ 359047 w 607639"/>
                    <a:gd name="connsiteY8" fmla="*/ 261992 h 606722"/>
                    <a:gd name="connsiteX9" fmla="*/ 359047 w 607639"/>
                    <a:gd name="connsiteY9" fmla="*/ 468794 h 606722"/>
                    <a:gd name="connsiteX10" fmla="*/ 386639 w 607639"/>
                    <a:gd name="connsiteY10" fmla="*/ 468794 h 606722"/>
                    <a:gd name="connsiteX11" fmla="*/ 386639 w 607639"/>
                    <a:gd name="connsiteY11" fmla="*/ 261992 h 606722"/>
                    <a:gd name="connsiteX12" fmla="*/ 276183 w 607639"/>
                    <a:gd name="connsiteY12" fmla="*/ 261992 h 606722"/>
                    <a:gd name="connsiteX13" fmla="*/ 276183 w 607639"/>
                    <a:gd name="connsiteY13" fmla="*/ 468794 h 606722"/>
                    <a:gd name="connsiteX14" fmla="*/ 331456 w 607639"/>
                    <a:gd name="connsiteY14" fmla="*/ 468794 h 606722"/>
                    <a:gd name="connsiteX15" fmla="*/ 331456 w 607639"/>
                    <a:gd name="connsiteY15" fmla="*/ 261992 h 606722"/>
                    <a:gd name="connsiteX16" fmla="*/ 220911 w 607639"/>
                    <a:gd name="connsiteY16" fmla="*/ 261992 h 606722"/>
                    <a:gd name="connsiteX17" fmla="*/ 220911 w 607639"/>
                    <a:gd name="connsiteY17" fmla="*/ 468794 h 606722"/>
                    <a:gd name="connsiteX18" fmla="*/ 248592 w 607639"/>
                    <a:gd name="connsiteY18" fmla="*/ 468794 h 606722"/>
                    <a:gd name="connsiteX19" fmla="*/ 248592 w 607639"/>
                    <a:gd name="connsiteY19" fmla="*/ 261992 h 606722"/>
                    <a:gd name="connsiteX20" fmla="*/ 138136 w 607639"/>
                    <a:gd name="connsiteY20" fmla="*/ 261992 h 606722"/>
                    <a:gd name="connsiteX21" fmla="*/ 138136 w 607639"/>
                    <a:gd name="connsiteY21" fmla="*/ 468794 h 606722"/>
                    <a:gd name="connsiteX22" fmla="*/ 193319 w 607639"/>
                    <a:gd name="connsiteY22" fmla="*/ 468794 h 606722"/>
                    <a:gd name="connsiteX23" fmla="*/ 193319 w 607639"/>
                    <a:gd name="connsiteY23" fmla="*/ 261992 h 606722"/>
                    <a:gd name="connsiteX24" fmla="*/ 82864 w 607639"/>
                    <a:gd name="connsiteY24" fmla="*/ 261992 h 606722"/>
                    <a:gd name="connsiteX25" fmla="*/ 82864 w 607639"/>
                    <a:gd name="connsiteY25" fmla="*/ 468794 h 606722"/>
                    <a:gd name="connsiteX26" fmla="*/ 110455 w 607639"/>
                    <a:gd name="connsiteY26" fmla="*/ 468794 h 606722"/>
                    <a:gd name="connsiteX27" fmla="*/ 110455 w 607639"/>
                    <a:gd name="connsiteY27" fmla="*/ 261992 h 606722"/>
                    <a:gd name="connsiteX28" fmla="*/ 303820 w 607639"/>
                    <a:gd name="connsiteY28" fmla="*/ 110294 h 606722"/>
                    <a:gd name="connsiteX29" fmla="*/ 331447 w 607639"/>
                    <a:gd name="connsiteY29" fmla="*/ 137885 h 606722"/>
                    <a:gd name="connsiteX30" fmla="*/ 303820 w 607639"/>
                    <a:gd name="connsiteY30" fmla="*/ 165476 h 606722"/>
                    <a:gd name="connsiteX31" fmla="*/ 276193 w 607639"/>
                    <a:gd name="connsiteY31" fmla="*/ 137885 h 606722"/>
                    <a:gd name="connsiteX32" fmla="*/ 303820 w 607639"/>
                    <a:gd name="connsiteY32" fmla="*/ 110294 h 606722"/>
                    <a:gd name="connsiteX33" fmla="*/ 303775 w 607639"/>
                    <a:gd name="connsiteY33" fmla="*/ 27550 h 606722"/>
                    <a:gd name="connsiteX34" fmla="*/ 174005 w 607639"/>
                    <a:gd name="connsiteY34" fmla="*/ 103446 h 606722"/>
                    <a:gd name="connsiteX35" fmla="*/ 299681 w 607639"/>
                    <a:gd name="connsiteY35" fmla="*/ 56522 h 606722"/>
                    <a:gd name="connsiteX36" fmla="*/ 309293 w 607639"/>
                    <a:gd name="connsiteY36" fmla="*/ 55189 h 606722"/>
                    <a:gd name="connsiteX37" fmla="*/ 434969 w 607639"/>
                    <a:gd name="connsiteY37" fmla="*/ 102024 h 606722"/>
                    <a:gd name="connsiteX38" fmla="*/ 303775 w 607639"/>
                    <a:gd name="connsiteY38" fmla="*/ 27550 h 606722"/>
                    <a:gd name="connsiteX39" fmla="*/ 303775 w 607639"/>
                    <a:gd name="connsiteY39" fmla="*/ 0 h 606722"/>
                    <a:gd name="connsiteX40" fmla="*/ 470927 w 607639"/>
                    <a:gd name="connsiteY40" fmla="*/ 115799 h 606722"/>
                    <a:gd name="connsiteX41" fmla="*/ 570346 w 607639"/>
                    <a:gd name="connsiteY41" fmla="*/ 153036 h 606722"/>
                    <a:gd name="connsiteX42" fmla="*/ 579958 w 607639"/>
                    <a:gd name="connsiteY42" fmla="*/ 165478 h 606722"/>
                    <a:gd name="connsiteX43" fmla="*/ 579958 w 607639"/>
                    <a:gd name="connsiteY43" fmla="*/ 193028 h 606722"/>
                    <a:gd name="connsiteX44" fmla="*/ 579958 w 607639"/>
                    <a:gd name="connsiteY44" fmla="*/ 248217 h 606722"/>
                    <a:gd name="connsiteX45" fmla="*/ 566163 w 607639"/>
                    <a:gd name="connsiteY45" fmla="*/ 261992 h 606722"/>
                    <a:gd name="connsiteX46" fmla="*/ 552367 w 607639"/>
                    <a:gd name="connsiteY46" fmla="*/ 261992 h 606722"/>
                    <a:gd name="connsiteX47" fmla="*/ 552367 w 607639"/>
                    <a:gd name="connsiteY47" fmla="*/ 468794 h 606722"/>
                    <a:gd name="connsiteX48" fmla="*/ 566163 w 607639"/>
                    <a:gd name="connsiteY48" fmla="*/ 468794 h 606722"/>
                    <a:gd name="connsiteX49" fmla="*/ 579958 w 607639"/>
                    <a:gd name="connsiteY49" fmla="*/ 482569 h 606722"/>
                    <a:gd name="connsiteX50" fmla="*/ 566163 w 607639"/>
                    <a:gd name="connsiteY50" fmla="*/ 496344 h 606722"/>
                    <a:gd name="connsiteX51" fmla="*/ 538571 w 607639"/>
                    <a:gd name="connsiteY51" fmla="*/ 496344 h 606722"/>
                    <a:gd name="connsiteX52" fmla="*/ 483299 w 607639"/>
                    <a:gd name="connsiteY52" fmla="*/ 496344 h 606722"/>
                    <a:gd name="connsiteX53" fmla="*/ 400435 w 607639"/>
                    <a:gd name="connsiteY53" fmla="*/ 496344 h 606722"/>
                    <a:gd name="connsiteX54" fmla="*/ 345252 w 607639"/>
                    <a:gd name="connsiteY54" fmla="*/ 496344 h 606722"/>
                    <a:gd name="connsiteX55" fmla="*/ 262387 w 607639"/>
                    <a:gd name="connsiteY55" fmla="*/ 496344 h 606722"/>
                    <a:gd name="connsiteX56" fmla="*/ 207115 w 607639"/>
                    <a:gd name="connsiteY56" fmla="*/ 496344 h 606722"/>
                    <a:gd name="connsiteX57" fmla="*/ 124251 w 607639"/>
                    <a:gd name="connsiteY57" fmla="*/ 496344 h 606722"/>
                    <a:gd name="connsiteX58" fmla="*/ 69068 w 607639"/>
                    <a:gd name="connsiteY58" fmla="*/ 496344 h 606722"/>
                    <a:gd name="connsiteX59" fmla="*/ 55272 w 607639"/>
                    <a:gd name="connsiteY59" fmla="*/ 496344 h 606722"/>
                    <a:gd name="connsiteX60" fmla="*/ 55272 w 607639"/>
                    <a:gd name="connsiteY60" fmla="*/ 537758 h 606722"/>
                    <a:gd name="connsiteX61" fmla="*/ 41387 w 607639"/>
                    <a:gd name="connsiteY61" fmla="*/ 551533 h 606722"/>
                    <a:gd name="connsiteX62" fmla="*/ 27592 w 607639"/>
                    <a:gd name="connsiteY62" fmla="*/ 551533 h 606722"/>
                    <a:gd name="connsiteX63" fmla="*/ 27592 w 607639"/>
                    <a:gd name="connsiteY63" fmla="*/ 579083 h 606722"/>
                    <a:gd name="connsiteX64" fmla="*/ 579958 w 607639"/>
                    <a:gd name="connsiteY64" fmla="*/ 579083 h 606722"/>
                    <a:gd name="connsiteX65" fmla="*/ 579958 w 607639"/>
                    <a:gd name="connsiteY65" fmla="*/ 551533 h 606722"/>
                    <a:gd name="connsiteX66" fmla="*/ 96660 w 607639"/>
                    <a:gd name="connsiteY66" fmla="*/ 551533 h 606722"/>
                    <a:gd name="connsiteX67" fmla="*/ 82864 w 607639"/>
                    <a:gd name="connsiteY67" fmla="*/ 537758 h 606722"/>
                    <a:gd name="connsiteX68" fmla="*/ 96660 w 607639"/>
                    <a:gd name="connsiteY68" fmla="*/ 523983 h 606722"/>
                    <a:gd name="connsiteX69" fmla="*/ 593843 w 607639"/>
                    <a:gd name="connsiteY69" fmla="*/ 523983 h 606722"/>
                    <a:gd name="connsiteX70" fmla="*/ 607639 w 607639"/>
                    <a:gd name="connsiteY70" fmla="*/ 537758 h 606722"/>
                    <a:gd name="connsiteX71" fmla="*/ 607639 w 607639"/>
                    <a:gd name="connsiteY71" fmla="*/ 592947 h 606722"/>
                    <a:gd name="connsiteX72" fmla="*/ 593843 w 607639"/>
                    <a:gd name="connsiteY72" fmla="*/ 606722 h 606722"/>
                    <a:gd name="connsiteX73" fmla="*/ 13796 w 607639"/>
                    <a:gd name="connsiteY73" fmla="*/ 606722 h 606722"/>
                    <a:gd name="connsiteX74" fmla="*/ 0 w 607639"/>
                    <a:gd name="connsiteY74" fmla="*/ 592947 h 606722"/>
                    <a:gd name="connsiteX75" fmla="*/ 0 w 607639"/>
                    <a:gd name="connsiteY75" fmla="*/ 537758 h 606722"/>
                    <a:gd name="connsiteX76" fmla="*/ 13796 w 607639"/>
                    <a:gd name="connsiteY76" fmla="*/ 523983 h 606722"/>
                    <a:gd name="connsiteX77" fmla="*/ 27592 w 607639"/>
                    <a:gd name="connsiteY77" fmla="*/ 523983 h 606722"/>
                    <a:gd name="connsiteX78" fmla="*/ 27592 w 607639"/>
                    <a:gd name="connsiteY78" fmla="*/ 482569 h 606722"/>
                    <a:gd name="connsiteX79" fmla="*/ 41387 w 607639"/>
                    <a:gd name="connsiteY79" fmla="*/ 468794 h 606722"/>
                    <a:gd name="connsiteX80" fmla="*/ 55272 w 607639"/>
                    <a:gd name="connsiteY80" fmla="*/ 468794 h 606722"/>
                    <a:gd name="connsiteX81" fmla="*/ 55272 w 607639"/>
                    <a:gd name="connsiteY81" fmla="*/ 261992 h 606722"/>
                    <a:gd name="connsiteX82" fmla="*/ 41387 w 607639"/>
                    <a:gd name="connsiteY82" fmla="*/ 261992 h 606722"/>
                    <a:gd name="connsiteX83" fmla="*/ 27592 w 607639"/>
                    <a:gd name="connsiteY83" fmla="*/ 248217 h 606722"/>
                    <a:gd name="connsiteX84" fmla="*/ 41387 w 607639"/>
                    <a:gd name="connsiteY84" fmla="*/ 234442 h 606722"/>
                    <a:gd name="connsiteX85" fmla="*/ 69068 w 607639"/>
                    <a:gd name="connsiteY85" fmla="*/ 234442 h 606722"/>
                    <a:gd name="connsiteX86" fmla="*/ 124251 w 607639"/>
                    <a:gd name="connsiteY86" fmla="*/ 234442 h 606722"/>
                    <a:gd name="connsiteX87" fmla="*/ 207115 w 607639"/>
                    <a:gd name="connsiteY87" fmla="*/ 234442 h 606722"/>
                    <a:gd name="connsiteX88" fmla="*/ 262387 w 607639"/>
                    <a:gd name="connsiteY88" fmla="*/ 234442 h 606722"/>
                    <a:gd name="connsiteX89" fmla="*/ 345252 w 607639"/>
                    <a:gd name="connsiteY89" fmla="*/ 234442 h 606722"/>
                    <a:gd name="connsiteX90" fmla="*/ 400435 w 607639"/>
                    <a:gd name="connsiteY90" fmla="*/ 234442 h 606722"/>
                    <a:gd name="connsiteX91" fmla="*/ 483299 w 607639"/>
                    <a:gd name="connsiteY91" fmla="*/ 234442 h 606722"/>
                    <a:gd name="connsiteX92" fmla="*/ 538571 w 607639"/>
                    <a:gd name="connsiteY92" fmla="*/ 234442 h 606722"/>
                    <a:gd name="connsiteX93" fmla="*/ 552367 w 607639"/>
                    <a:gd name="connsiteY93" fmla="*/ 234442 h 606722"/>
                    <a:gd name="connsiteX94" fmla="*/ 552367 w 607639"/>
                    <a:gd name="connsiteY94" fmla="*/ 193028 h 606722"/>
                    <a:gd name="connsiteX95" fmla="*/ 552367 w 607639"/>
                    <a:gd name="connsiteY95" fmla="*/ 175076 h 606722"/>
                    <a:gd name="connsiteX96" fmla="*/ 303775 w 607639"/>
                    <a:gd name="connsiteY96" fmla="*/ 84072 h 606722"/>
                    <a:gd name="connsiteX97" fmla="*/ 55272 w 607639"/>
                    <a:gd name="connsiteY97" fmla="*/ 175076 h 606722"/>
                    <a:gd name="connsiteX98" fmla="*/ 55272 w 607639"/>
                    <a:gd name="connsiteY98" fmla="*/ 179253 h 606722"/>
                    <a:gd name="connsiteX99" fmla="*/ 510979 w 607639"/>
                    <a:gd name="connsiteY99" fmla="*/ 179253 h 606722"/>
                    <a:gd name="connsiteX100" fmla="*/ 524775 w 607639"/>
                    <a:gd name="connsiteY100" fmla="*/ 193028 h 606722"/>
                    <a:gd name="connsiteX101" fmla="*/ 510979 w 607639"/>
                    <a:gd name="connsiteY101" fmla="*/ 206803 h 606722"/>
                    <a:gd name="connsiteX102" fmla="*/ 41387 w 607639"/>
                    <a:gd name="connsiteY102" fmla="*/ 206803 h 606722"/>
                    <a:gd name="connsiteX103" fmla="*/ 27592 w 607639"/>
                    <a:gd name="connsiteY103" fmla="*/ 193028 h 606722"/>
                    <a:gd name="connsiteX104" fmla="*/ 27592 w 607639"/>
                    <a:gd name="connsiteY104" fmla="*/ 165478 h 606722"/>
                    <a:gd name="connsiteX105" fmla="*/ 37293 w 607639"/>
                    <a:gd name="connsiteY105" fmla="*/ 153036 h 606722"/>
                    <a:gd name="connsiteX106" fmla="*/ 136712 w 607639"/>
                    <a:gd name="connsiteY106" fmla="*/ 115799 h 606722"/>
                    <a:gd name="connsiteX107" fmla="*/ 303775 w 607639"/>
                    <a:gd name="connsiteY107"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Lst>
                  <a:rect l="l" t="t" r="r" b="b"/>
                  <a:pathLst>
                    <a:path w="607639" h="606722">
                      <a:moveTo>
                        <a:pt x="497095" y="261992"/>
                      </a:moveTo>
                      <a:lnTo>
                        <a:pt x="497095" y="468794"/>
                      </a:lnTo>
                      <a:lnTo>
                        <a:pt x="524775" y="468794"/>
                      </a:lnTo>
                      <a:lnTo>
                        <a:pt x="524775" y="261992"/>
                      </a:lnTo>
                      <a:close/>
                      <a:moveTo>
                        <a:pt x="414320" y="261992"/>
                      </a:moveTo>
                      <a:lnTo>
                        <a:pt x="414320" y="468794"/>
                      </a:lnTo>
                      <a:lnTo>
                        <a:pt x="469503" y="468794"/>
                      </a:lnTo>
                      <a:lnTo>
                        <a:pt x="469503" y="261992"/>
                      </a:lnTo>
                      <a:close/>
                      <a:moveTo>
                        <a:pt x="359047" y="261992"/>
                      </a:moveTo>
                      <a:lnTo>
                        <a:pt x="359047" y="468794"/>
                      </a:lnTo>
                      <a:lnTo>
                        <a:pt x="386639" y="468794"/>
                      </a:lnTo>
                      <a:lnTo>
                        <a:pt x="386639" y="261992"/>
                      </a:lnTo>
                      <a:close/>
                      <a:moveTo>
                        <a:pt x="276183" y="261992"/>
                      </a:moveTo>
                      <a:lnTo>
                        <a:pt x="276183" y="468794"/>
                      </a:lnTo>
                      <a:lnTo>
                        <a:pt x="331456" y="468794"/>
                      </a:lnTo>
                      <a:lnTo>
                        <a:pt x="331456" y="261992"/>
                      </a:lnTo>
                      <a:close/>
                      <a:moveTo>
                        <a:pt x="220911" y="261992"/>
                      </a:moveTo>
                      <a:lnTo>
                        <a:pt x="220911" y="468794"/>
                      </a:lnTo>
                      <a:lnTo>
                        <a:pt x="248592" y="468794"/>
                      </a:lnTo>
                      <a:lnTo>
                        <a:pt x="248592" y="261992"/>
                      </a:lnTo>
                      <a:close/>
                      <a:moveTo>
                        <a:pt x="138136" y="261992"/>
                      </a:moveTo>
                      <a:lnTo>
                        <a:pt x="138136" y="468794"/>
                      </a:lnTo>
                      <a:lnTo>
                        <a:pt x="193319" y="468794"/>
                      </a:lnTo>
                      <a:lnTo>
                        <a:pt x="193319" y="261992"/>
                      </a:lnTo>
                      <a:close/>
                      <a:moveTo>
                        <a:pt x="82864" y="261992"/>
                      </a:moveTo>
                      <a:lnTo>
                        <a:pt x="82864" y="468794"/>
                      </a:lnTo>
                      <a:lnTo>
                        <a:pt x="110455" y="468794"/>
                      </a:lnTo>
                      <a:lnTo>
                        <a:pt x="110455" y="261992"/>
                      </a:lnTo>
                      <a:close/>
                      <a:moveTo>
                        <a:pt x="303820" y="110294"/>
                      </a:moveTo>
                      <a:cubicBezTo>
                        <a:pt x="319078" y="110294"/>
                        <a:pt x="331447" y="122647"/>
                        <a:pt x="331447" y="137885"/>
                      </a:cubicBezTo>
                      <a:cubicBezTo>
                        <a:pt x="331447" y="153123"/>
                        <a:pt x="319078" y="165476"/>
                        <a:pt x="303820" y="165476"/>
                      </a:cubicBezTo>
                      <a:cubicBezTo>
                        <a:pt x="288562" y="165476"/>
                        <a:pt x="276193" y="153123"/>
                        <a:pt x="276193" y="137885"/>
                      </a:cubicBezTo>
                      <a:cubicBezTo>
                        <a:pt x="276193" y="122647"/>
                        <a:pt x="288562" y="110294"/>
                        <a:pt x="303820" y="110294"/>
                      </a:cubicBezTo>
                      <a:close/>
                      <a:moveTo>
                        <a:pt x="303775" y="27550"/>
                      </a:moveTo>
                      <a:cubicBezTo>
                        <a:pt x="248592" y="27550"/>
                        <a:pt x="198838" y="57944"/>
                        <a:pt x="174005" y="103446"/>
                      </a:cubicBezTo>
                      <a:lnTo>
                        <a:pt x="299681" y="56522"/>
                      </a:lnTo>
                      <a:cubicBezTo>
                        <a:pt x="302440" y="55189"/>
                        <a:pt x="305199" y="55189"/>
                        <a:pt x="309293" y="55189"/>
                      </a:cubicBezTo>
                      <a:lnTo>
                        <a:pt x="434969" y="102024"/>
                      </a:lnTo>
                      <a:cubicBezTo>
                        <a:pt x="408712" y="57944"/>
                        <a:pt x="359047" y="27550"/>
                        <a:pt x="303775" y="27550"/>
                      </a:cubicBezTo>
                      <a:close/>
                      <a:moveTo>
                        <a:pt x="303775" y="0"/>
                      </a:moveTo>
                      <a:cubicBezTo>
                        <a:pt x="379786" y="0"/>
                        <a:pt x="446006" y="48257"/>
                        <a:pt x="470927" y="115799"/>
                      </a:cubicBezTo>
                      <a:lnTo>
                        <a:pt x="570346" y="153036"/>
                      </a:lnTo>
                      <a:cubicBezTo>
                        <a:pt x="575864" y="154458"/>
                        <a:pt x="579958" y="159968"/>
                        <a:pt x="579958" y="165478"/>
                      </a:cubicBezTo>
                      <a:lnTo>
                        <a:pt x="579958" y="193028"/>
                      </a:lnTo>
                      <a:lnTo>
                        <a:pt x="579958" y="248217"/>
                      </a:lnTo>
                      <a:cubicBezTo>
                        <a:pt x="579958" y="256482"/>
                        <a:pt x="574440" y="261992"/>
                        <a:pt x="566163" y="261992"/>
                      </a:cubicBezTo>
                      <a:lnTo>
                        <a:pt x="552367" y="261992"/>
                      </a:lnTo>
                      <a:lnTo>
                        <a:pt x="552367" y="468794"/>
                      </a:lnTo>
                      <a:lnTo>
                        <a:pt x="566163" y="468794"/>
                      </a:lnTo>
                      <a:cubicBezTo>
                        <a:pt x="574440" y="468794"/>
                        <a:pt x="579958" y="474304"/>
                        <a:pt x="579958" y="482569"/>
                      </a:cubicBezTo>
                      <a:cubicBezTo>
                        <a:pt x="579958" y="490834"/>
                        <a:pt x="574440" y="496344"/>
                        <a:pt x="566163" y="496344"/>
                      </a:cubicBezTo>
                      <a:lnTo>
                        <a:pt x="538571" y="496344"/>
                      </a:lnTo>
                      <a:lnTo>
                        <a:pt x="483299" y="496344"/>
                      </a:lnTo>
                      <a:lnTo>
                        <a:pt x="400435" y="496344"/>
                      </a:lnTo>
                      <a:lnTo>
                        <a:pt x="345252" y="496344"/>
                      </a:lnTo>
                      <a:lnTo>
                        <a:pt x="262387" y="496344"/>
                      </a:lnTo>
                      <a:lnTo>
                        <a:pt x="207115" y="496344"/>
                      </a:lnTo>
                      <a:lnTo>
                        <a:pt x="124251" y="496344"/>
                      </a:lnTo>
                      <a:lnTo>
                        <a:pt x="69068" y="496344"/>
                      </a:lnTo>
                      <a:lnTo>
                        <a:pt x="55272" y="496344"/>
                      </a:lnTo>
                      <a:lnTo>
                        <a:pt x="55272" y="537758"/>
                      </a:lnTo>
                      <a:cubicBezTo>
                        <a:pt x="55272" y="546023"/>
                        <a:pt x="49754" y="551533"/>
                        <a:pt x="41387" y="551533"/>
                      </a:cubicBezTo>
                      <a:lnTo>
                        <a:pt x="27592" y="551533"/>
                      </a:lnTo>
                      <a:lnTo>
                        <a:pt x="27592" y="579083"/>
                      </a:lnTo>
                      <a:lnTo>
                        <a:pt x="579958" y="579083"/>
                      </a:lnTo>
                      <a:lnTo>
                        <a:pt x="579958" y="551533"/>
                      </a:lnTo>
                      <a:lnTo>
                        <a:pt x="96660" y="551533"/>
                      </a:lnTo>
                      <a:cubicBezTo>
                        <a:pt x="88382" y="551533"/>
                        <a:pt x="82864" y="546023"/>
                        <a:pt x="82864" y="537758"/>
                      </a:cubicBezTo>
                      <a:cubicBezTo>
                        <a:pt x="82864" y="529493"/>
                        <a:pt x="88382" y="523983"/>
                        <a:pt x="96660" y="523983"/>
                      </a:cubicBezTo>
                      <a:lnTo>
                        <a:pt x="593843" y="523983"/>
                      </a:lnTo>
                      <a:cubicBezTo>
                        <a:pt x="602121" y="523983"/>
                        <a:pt x="607639" y="529493"/>
                        <a:pt x="607639" y="537758"/>
                      </a:cubicBezTo>
                      <a:lnTo>
                        <a:pt x="607639" y="592947"/>
                      </a:lnTo>
                      <a:cubicBezTo>
                        <a:pt x="607639" y="601212"/>
                        <a:pt x="602121" y="606722"/>
                        <a:pt x="593843" y="606722"/>
                      </a:cubicBezTo>
                      <a:lnTo>
                        <a:pt x="13796" y="606722"/>
                      </a:lnTo>
                      <a:cubicBezTo>
                        <a:pt x="5518" y="606722"/>
                        <a:pt x="0" y="601212"/>
                        <a:pt x="0" y="592947"/>
                      </a:cubicBezTo>
                      <a:lnTo>
                        <a:pt x="0" y="537758"/>
                      </a:lnTo>
                      <a:cubicBezTo>
                        <a:pt x="0" y="529493"/>
                        <a:pt x="5518" y="523983"/>
                        <a:pt x="13796" y="523983"/>
                      </a:cubicBezTo>
                      <a:lnTo>
                        <a:pt x="27592" y="523983"/>
                      </a:lnTo>
                      <a:lnTo>
                        <a:pt x="27592" y="482569"/>
                      </a:lnTo>
                      <a:cubicBezTo>
                        <a:pt x="27592" y="474304"/>
                        <a:pt x="33110" y="468794"/>
                        <a:pt x="41387" y="468794"/>
                      </a:cubicBezTo>
                      <a:lnTo>
                        <a:pt x="55272" y="468794"/>
                      </a:lnTo>
                      <a:lnTo>
                        <a:pt x="55272" y="261992"/>
                      </a:lnTo>
                      <a:lnTo>
                        <a:pt x="41387" y="261992"/>
                      </a:lnTo>
                      <a:cubicBezTo>
                        <a:pt x="33110" y="261992"/>
                        <a:pt x="27592" y="256482"/>
                        <a:pt x="27592" y="248217"/>
                      </a:cubicBezTo>
                      <a:cubicBezTo>
                        <a:pt x="27592" y="239952"/>
                        <a:pt x="33110" y="234442"/>
                        <a:pt x="41387" y="234442"/>
                      </a:cubicBezTo>
                      <a:lnTo>
                        <a:pt x="69068" y="234442"/>
                      </a:lnTo>
                      <a:lnTo>
                        <a:pt x="124251" y="234442"/>
                      </a:lnTo>
                      <a:lnTo>
                        <a:pt x="207115" y="234442"/>
                      </a:lnTo>
                      <a:lnTo>
                        <a:pt x="262387" y="234442"/>
                      </a:lnTo>
                      <a:lnTo>
                        <a:pt x="345252" y="234442"/>
                      </a:lnTo>
                      <a:lnTo>
                        <a:pt x="400435" y="234442"/>
                      </a:lnTo>
                      <a:lnTo>
                        <a:pt x="483299" y="234442"/>
                      </a:lnTo>
                      <a:lnTo>
                        <a:pt x="538571" y="234442"/>
                      </a:lnTo>
                      <a:lnTo>
                        <a:pt x="552367" y="234442"/>
                      </a:lnTo>
                      <a:lnTo>
                        <a:pt x="552367" y="193028"/>
                      </a:lnTo>
                      <a:lnTo>
                        <a:pt x="552367" y="175076"/>
                      </a:lnTo>
                      <a:lnTo>
                        <a:pt x="303775" y="84072"/>
                      </a:lnTo>
                      <a:lnTo>
                        <a:pt x="55272" y="175076"/>
                      </a:lnTo>
                      <a:lnTo>
                        <a:pt x="55272" y="179253"/>
                      </a:lnTo>
                      <a:lnTo>
                        <a:pt x="510979" y="179253"/>
                      </a:lnTo>
                      <a:cubicBezTo>
                        <a:pt x="519257" y="179253"/>
                        <a:pt x="524775" y="184763"/>
                        <a:pt x="524775" y="193028"/>
                      </a:cubicBezTo>
                      <a:cubicBezTo>
                        <a:pt x="524775" y="201293"/>
                        <a:pt x="519257" y="206803"/>
                        <a:pt x="510979" y="206803"/>
                      </a:cubicBezTo>
                      <a:lnTo>
                        <a:pt x="41387" y="206803"/>
                      </a:lnTo>
                      <a:cubicBezTo>
                        <a:pt x="33110" y="206803"/>
                        <a:pt x="27592" y="201293"/>
                        <a:pt x="27592" y="193028"/>
                      </a:cubicBezTo>
                      <a:lnTo>
                        <a:pt x="27592" y="165478"/>
                      </a:lnTo>
                      <a:cubicBezTo>
                        <a:pt x="27592" y="159968"/>
                        <a:pt x="31775" y="154458"/>
                        <a:pt x="37293" y="153036"/>
                      </a:cubicBezTo>
                      <a:lnTo>
                        <a:pt x="136712" y="115799"/>
                      </a:lnTo>
                      <a:cubicBezTo>
                        <a:pt x="161545" y="48257"/>
                        <a:pt x="227853" y="0"/>
                        <a:pt x="303775" y="0"/>
                      </a:cubicBezTo>
                      <a:close/>
                    </a:path>
                  </a:pathLst>
                </a:custGeom>
                <a:solidFill>
                  <a:srgbClr val="FEC350"/>
                </a:solidFill>
                <a:ln>
                  <a:noFill/>
                </a:ln>
              </p:spPr>
              <p:txBody>
                <a:bodyPr anchor="ctr"/>
                <a:lstStyle/>
                <a:p>
                  <a:pPr algn="ctr"/>
                  <a:endParaRPr b="1">
                    <a:solidFill>
                      <a:schemeClr val="bg1"/>
                    </a:solidFill>
                    <a:latin typeface="+mn-ea"/>
                  </a:endParaRPr>
                </a:p>
              </p:txBody>
            </p:sp>
            <p:sp>
              <p:nvSpPr>
                <p:cNvPr id="22" name="işlîḑé"/>
                <p:cNvSpPr/>
                <p:nvPr/>
              </p:nvSpPr>
              <p:spPr>
                <a:xfrm>
                  <a:off x="5318962" y="3345511"/>
                  <a:ext cx="1712883" cy="890814"/>
                </a:xfrm>
                <a:prstGeom prst="rect">
                  <a:avLst/>
                </a:prstGeom>
              </p:spPr>
              <p:txBody>
                <a:bodyPr wrap="none">
                  <a:normAutofit fontScale="97500"/>
                </a:bodyPr>
                <a:lstStyle/>
                <a:p>
                  <a:pPr algn="ctr" defTabSz="914400">
                    <a:lnSpc>
                      <a:spcPct val="120000"/>
                    </a:lnSpc>
                  </a:pPr>
                  <a:r>
                    <a:rPr lang="en-US" altLang="zh-CN" sz="2665" b="1" dirty="0">
                      <a:solidFill>
                        <a:schemeClr val="bg1"/>
                      </a:solidFill>
                      <a:latin typeface="方正大黑简体" panose="02010601030101010101" charset="-122"/>
                      <a:ea typeface="方正大黑简体" panose="02010601030101010101" charset="-122"/>
                    </a:rPr>
                    <a:t>MBWS</a:t>
                  </a:r>
                  <a:endParaRPr lang="zh-CN" altLang="en-US" sz="2665" b="1" dirty="0">
                    <a:solidFill>
                      <a:schemeClr val="bg1"/>
                    </a:solidFill>
                    <a:latin typeface="方正大黑简体" panose="02010601030101010101" charset="-122"/>
                    <a:ea typeface="方正大黑简体" panose="02010601030101010101" charset="-122"/>
                  </a:endParaRPr>
                </a:p>
              </p:txBody>
            </p:sp>
          </p:grpSp>
        </p:grpSp>
        <p:sp>
          <p:nvSpPr>
            <p:cNvPr id="14" name="íṩḷïḍé"/>
            <p:cNvSpPr/>
            <p:nvPr/>
          </p:nvSpPr>
          <p:spPr>
            <a:xfrm>
              <a:off x="9300246" y="4222544"/>
              <a:ext cx="2332878" cy="1120456"/>
            </a:xfrm>
            <a:prstGeom prst="rect">
              <a:avLst/>
            </a:prstGeom>
            <a:noFill/>
            <a:ln>
              <a:noFill/>
            </a:ln>
          </p:spPr>
          <p:txBody>
            <a:bodyPr wrap="square" lIns="91412" tIns="45700" rIns="91412" bIns="45700" anchor="t" anchorCtr="0">
              <a:noAutofit/>
            </a:bodyPr>
            <a:lstStyle/>
            <a:p>
              <a:pPr algn="ctr">
                <a:lnSpc>
                  <a:spcPct val="120000"/>
                </a:lnSpc>
                <a:buSzPct val="25000"/>
              </a:pPr>
              <a:r>
                <a:rPr lang="en-US" altLang="zh-CN" sz="1400" b="1" dirty="0">
                  <a:solidFill>
                    <a:schemeClr val="bg1"/>
                  </a:solidFill>
                  <a:latin typeface="+mn-ea"/>
                </a:rPr>
                <a:t>Six big gains</a:t>
              </a:r>
            </a:p>
            <a:p>
              <a:pPr algn="ctr">
                <a:lnSpc>
                  <a:spcPct val="120000"/>
                </a:lnSpc>
                <a:buSzPct val="25000"/>
              </a:pPr>
              <a:r>
                <a:rPr lang="en-US" altLang="zh-CN" sz="1400" b="1" dirty="0">
                  <a:solidFill>
                    <a:schemeClr val="bg1"/>
                  </a:solidFill>
                  <a:latin typeface="+mn-ea"/>
                </a:rPr>
                <a:t>Easy promotion, daily access to </a:t>
              </a:r>
              <a:r>
                <a:rPr lang="en-US" altLang="zh-CN" sz="1400" b="1" dirty="0" err="1">
                  <a:solidFill>
                    <a:schemeClr val="bg1"/>
                  </a:solidFill>
                  <a:latin typeface="+mn-ea"/>
                </a:rPr>
                <a:t>Wanjin</a:t>
              </a:r>
              <a:endParaRPr lang="en-US" altLang="zh-CN" sz="1400" b="1" dirty="0">
                <a:solidFill>
                  <a:schemeClr val="bg1"/>
                </a:solidFill>
                <a:latin typeface="+mn-ea"/>
              </a:endParaRPr>
            </a:p>
            <a:p>
              <a:pPr algn="ctr">
                <a:lnSpc>
                  <a:spcPct val="120000"/>
                </a:lnSpc>
                <a:buSzPct val="25000"/>
              </a:pPr>
              <a:r>
                <a:rPr lang="en-US" altLang="zh-CN" sz="1400" b="1" dirty="0">
                  <a:solidFill>
                    <a:schemeClr val="bg1"/>
                  </a:solidFill>
                  <a:latin typeface="+mn-ea"/>
                </a:rPr>
                <a:t>Very low threshold, continuous consensus</a:t>
              </a:r>
            </a:p>
            <a:p>
              <a:pPr algn="ctr">
                <a:lnSpc>
                  <a:spcPct val="120000"/>
                </a:lnSpc>
                <a:buSzPct val="25000"/>
              </a:pPr>
              <a:r>
                <a:rPr lang="en-US" altLang="zh-CN" sz="1400" b="1" dirty="0">
                  <a:solidFill>
                    <a:schemeClr val="bg1"/>
                  </a:solidFill>
                  <a:latin typeface="+mn-ea"/>
                </a:rPr>
                <a:t>Ecological stability, safety benefits</a:t>
              </a:r>
              <a:endParaRPr lang="zh-CN" altLang="en-US" sz="1400" b="1" dirty="0">
                <a:solidFill>
                  <a:schemeClr val="bg1"/>
                </a:solidFill>
                <a:latin typeface="+mn-ea"/>
              </a:endParaRPr>
            </a:p>
          </p:txBody>
        </p:sp>
        <p:sp>
          <p:nvSpPr>
            <p:cNvPr id="15" name="ïş1iḑè"/>
            <p:cNvSpPr/>
            <p:nvPr/>
          </p:nvSpPr>
          <p:spPr>
            <a:xfrm>
              <a:off x="9854953" y="3787625"/>
              <a:ext cx="1338772" cy="392568"/>
            </a:xfrm>
            <a:prstGeom prst="rect">
              <a:avLst/>
            </a:prstGeom>
            <a:noFill/>
            <a:ln>
              <a:noFill/>
            </a:ln>
          </p:spPr>
          <p:txBody>
            <a:bodyPr wrap="none" lIns="91412" tIns="45700" rIns="91412" bIns="45700" anchor="t" anchorCtr="0">
              <a:noAutofit/>
            </a:bodyPr>
            <a:lstStyle/>
            <a:p>
              <a:pPr algn="ctr">
                <a:buClrTx/>
                <a:buSzPct val="25000"/>
                <a:buFontTx/>
              </a:pPr>
              <a:r>
                <a:rPr lang="en-US" altLang="zh-CN" sz="1400" b="1" dirty="0">
                  <a:solidFill>
                    <a:schemeClr val="bg1"/>
                  </a:solidFill>
                  <a:latin typeface="方正大黑简体" panose="02010601030101010101" charset="-122"/>
                  <a:ea typeface="方正大黑简体" panose="02010601030101010101" charset="-122"/>
                </a:rPr>
                <a:t>Unique mutual benefit</a:t>
              </a:r>
              <a:endParaRPr lang="zh-CN" altLang="en-US" sz="1400" b="1" dirty="0">
                <a:solidFill>
                  <a:schemeClr val="bg1"/>
                </a:solidFill>
                <a:latin typeface="方正大黑简体" panose="02010601030101010101" charset="-122"/>
                <a:ea typeface="方正大黑简体" panose="02010601030101010101" charset="-122"/>
              </a:endParaRPr>
            </a:p>
          </p:txBody>
        </p:sp>
        <p:cxnSp>
          <p:nvCxnSpPr>
            <p:cNvPr id="16" name="直接连接符 15"/>
            <p:cNvCxnSpPr/>
            <p:nvPr/>
          </p:nvCxnSpPr>
          <p:spPr>
            <a:xfrm>
              <a:off x="3071664" y="3487620"/>
              <a:ext cx="0" cy="1937450"/>
            </a:xfrm>
            <a:prstGeom prst="line">
              <a:avLst/>
            </a:prstGeom>
            <a:ln w="6350" cap="rnd">
              <a:solidFill>
                <a:srgbClr val="FEC350"/>
              </a:solidFill>
              <a:round/>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6096000" y="3487620"/>
              <a:ext cx="0" cy="1937450"/>
            </a:xfrm>
            <a:prstGeom prst="line">
              <a:avLst/>
            </a:prstGeom>
            <a:ln w="6350" cap="rnd">
              <a:solidFill>
                <a:srgbClr val="FEC350"/>
              </a:solidFill>
              <a:round/>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9120336" y="3487620"/>
              <a:ext cx="0" cy="1937450"/>
            </a:xfrm>
            <a:prstGeom prst="line">
              <a:avLst/>
            </a:prstGeom>
            <a:ln w="6350" cap="rnd">
              <a:solidFill>
                <a:srgbClr val="FEC350"/>
              </a:solidFill>
              <a:round/>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grpSp>
        <p:nvGrpSpPr>
          <p:cNvPr id="47" name="组合 46"/>
          <p:cNvGrpSpPr/>
          <p:nvPr/>
        </p:nvGrpSpPr>
        <p:grpSpPr>
          <a:xfrm>
            <a:off x="1800327" y="766916"/>
            <a:ext cx="9706625" cy="1201936"/>
            <a:chOff x="1120877" y="766916"/>
            <a:chExt cx="7350125" cy="1201936"/>
          </a:xfrm>
        </p:grpSpPr>
        <p:sp>
          <p:nvSpPr>
            <p:cNvPr id="48" name="矩形 47"/>
            <p:cNvSpPr/>
            <p:nvPr/>
          </p:nvSpPr>
          <p:spPr>
            <a:xfrm>
              <a:off x="1120877" y="766916"/>
              <a:ext cx="501446" cy="648929"/>
            </a:xfrm>
            <a:prstGeom prst="rect">
              <a:avLst/>
            </a:prstGeom>
            <a:solidFill>
              <a:srgbClr val="FEC35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Textfeld 29"/>
            <p:cNvSpPr txBox="1"/>
            <p:nvPr/>
          </p:nvSpPr>
          <p:spPr>
            <a:xfrm>
              <a:off x="1869542" y="799301"/>
              <a:ext cx="6601460" cy="1169551"/>
            </a:xfrm>
            <a:prstGeom prst="rect">
              <a:avLst/>
            </a:prstGeom>
            <a:noFill/>
          </p:spPr>
          <p:txBody>
            <a:bodyPr wrap="square" rtlCol="0">
              <a:spAutoFit/>
            </a:bodyPr>
            <a:lstStyle/>
            <a:p>
              <a:pPr defTabSz="228600"/>
              <a:r>
                <a:rPr lang="en-US" altLang="zh-CN" sz="3500" b="1" spc="600" dirty="0">
                  <a:solidFill>
                    <a:schemeClr val="bg1"/>
                  </a:solidFill>
                  <a:latin typeface="微软雅黑" panose="020B0503020204020204" pitchFamily="34" charset="-122"/>
                  <a:ea typeface="微软雅黑" panose="020B0503020204020204" pitchFamily="34" charset="-122"/>
                  <a:sym typeface="+mn-ea"/>
                </a:rPr>
                <a:t>Good Luck Four highlights</a:t>
              </a:r>
              <a:endParaRPr lang="zh-CN" altLang="en-US" sz="3500" b="1" spc="600" dirty="0">
                <a:solidFill>
                  <a:schemeClr val="bg1"/>
                </a:solidFill>
                <a:latin typeface="微软雅黑" panose="020B0503020204020204" pitchFamily="34" charset="-122"/>
                <a:ea typeface="微软雅黑" panose="020B0503020204020204" pitchFamily="34" charset="-122"/>
                <a:cs typeface="+mn-ea"/>
                <a:sym typeface="+mn-ea"/>
              </a:endParaRPr>
            </a:p>
          </p:txBody>
        </p:sp>
      </p:grpSp>
      <p:pic>
        <p:nvPicPr>
          <p:cNvPr id="2" name="图片 1" descr="Good Luck logo-已转曲(1)"/>
          <p:cNvPicPr>
            <a:picLocks noChangeAspect="1"/>
          </p:cNvPicPr>
          <p:nvPr>
            <p:custDataLst>
              <p:tags r:id="rId2"/>
            </p:custDataLst>
          </p:nvPr>
        </p:nvPicPr>
        <p:blipFill>
          <a:blip r:embed="rId5"/>
          <a:stretch>
            <a:fillRect/>
          </a:stretch>
        </p:blipFill>
        <p:spPr>
          <a:xfrm>
            <a:off x="226695" y="196850"/>
            <a:ext cx="1271270" cy="127127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00" advTm="2500">
        <p14:prism dir="r"/>
      </p:transition>
    </mc:Choice>
    <mc:Fallback xmlns="">
      <p:transition spd="slow" advTm="25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c18d7b22-fa18-4bbb-9328-4126a6375ad4"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1618429" y="1575581"/>
            <a:ext cx="9436666" cy="3812016"/>
            <a:chOff x="1374021" y="1340768"/>
            <a:chExt cx="9952278" cy="4020301"/>
          </a:xfrm>
        </p:grpSpPr>
        <p:grpSp>
          <p:nvGrpSpPr>
            <p:cNvPr id="4" name="iś1íḑè"/>
            <p:cNvGrpSpPr/>
            <p:nvPr/>
          </p:nvGrpSpPr>
          <p:grpSpPr>
            <a:xfrm>
              <a:off x="3067538" y="1340768"/>
              <a:ext cx="6056760" cy="3587012"/>
              <a:chOff x="3067538" y="1340768"/>
              <a:chExt cx="6056760" cy="3587012"/>
            </a:xfrm>
          </p:grpSpPr>
          <p:sp>
            <p:nvSpPr>
              <p:cNvPr id="14" name="išḻïḓé"/>
              <p:cNvSpPr/>
              <p:nvPr/>
            </p:nvSpPr>
            <p:spPr>
              <a:xfrm flipH="1" flipV="1">
                <a:off x="6379958" y="2591809"/>
                <a:ext cx="2335971" cy="2335971"/>
              </a:xfrm>
              <a:prstGeom prst="blockArc">
                <a:avLst>
                  <a:gd name="adj1" fmla="val 2799269"/>
                  <a:gd name="adj2" fmla="val 2465928"/>
                  <a:gd name="adj3" fmla="val 17238"/>
                </a:avLst>
              </a:prstGeom>
              <a:solidFill>
                <a:schemeClr val="accent1"/>
              </a:solidFill>
              <a:ln>
                <a:noFill/>
              </a:ln>
              <a:effectLst/>
            </p:spPr>
            <p:style>
              <a:lnRef idx="2">
                <a:schemeClr val="dk1"/>
              </a:lnRef>
              <a:fillRef idx="1">
                <a:schemeClr val="lt1"/>
              </a:fillRef>
              <a:effectRef idx="0">
                <a:schemeClr val="dk1"/>
              </a:effectRef>
              <a:fontRef idx="minor">
                <a:schemeClr val="dk1"/>
              </a:fontRef>
            </p:style>
            <p:txBody>
              <a:bodyPr anchor="ctr"/>
              <a:lstStyle/>
              <a:p>
                <a:pPr algn="ctr"/>
                <a:endParaRPr b="1">
                  <a:solidFill>
                    <a:schemeClr val="bg1"/>
                  </a:solidFill>
                  <a:latin typeface="+mn-ea"/>
                </a:endParaRPr>
              </a:p>
            </p:txBody>
          </p:sp>
          <p:sp>
            <p:nvSpPr>
              <p:cNvPr id="15" name="ïŝľîḋé"/>
              <p:cNvSpPr/>
              <p:nvPr/>
            </p:nvSpPr>
            <p:spPr>
              <a:xfrm flipV="1">
                <a:off x="3486331" y="2591809"/>
                <a:ext cx="2335971" cy="2335971"/>
              </a:xfrm>
              <a:prstGeom prst="blockArc">
                <a:avLst>
                  <a:gd name="adj1" fmla="val 2799269"/>
                  <a:gd name="adj2" fmla="val 2465928"/>
                  <a:gd name="adj3" fmla="val 17238"/>
                </a:avLst>
              </a:prstGeom>
              <a:solidFill>
                <a:schemeClr val="accent5"/>
              </a:solidFill>
              <a:ln>
                <a:noFill/>
              </a:ln>
              <a:effectLst/>
            </p:spPr>
            <p:style>
              <a:lnRef idx="2">
                <a:schemeClr val="dk1"/>
              </a:lnRef>
              <a:fillRef idx="1">
                <a:schemeClr val="lt1"/>
              </a:fillRef>
              <a:effectRef idx="0">
                <a:schemeClr val="dk1"/>
              </a:effectRef>
              <a:fontRef idx="minor">
                <a:schemeClr val="dk1"/>
              </a:fontRef>
            </p:style>
            <p:txBody>
              <a:bodyPr anchor="ctr"/>
              <a:lstStyle/>
              <a:p>
                <a:pPr algn="ctr"/>
                <a:endParaRPr b="1">
                  <a:solidFill>
                    <a:schemeClr val="bg1"/>
                  </a:solidFill>
                  <a:latin typeface="+mn-ea"/>
                </a:endParaRPr>
              </a:p>
            </p:txBody>
          </p:sp>
          <p:sp>
            <p:nvSpPr>
              <p:cNvPr id="16" name="íṡlíďè"/>
              <p:cNvSpPr/>
              <p:nvPr/>
            </p:nvSpPr>
            <p:spPr>
              <a:xfrm>
                <a:off x="4932385" y="1340768"/>
                <a:ext cx="2335971" cy="2335971"/>
              </a:xfrm>
              <a:prstGeom prst="blockArc">
                <a:avLst>
                  <a:gd name="adj1" fmla="val 8199420"/>
                  <a:gd name="adj2" fmla="val 2525835"/>
                  <a:gd name="adj3" fmla="val 18224"/>
                </a:avLst>
              </a:prstGeom>
              <a:solidFill>
                <a:schemeClr val="accent3"/>
              </a:solidFill>
              <a:ln>
                <a:noFill/>
              </a:ln>
              <a:effectLst/>
            </p:spPr>
            <p:style>
              <a:lnRef idx="2">
                <a:schemeClr val="dk1"/>
              </a:lnRef>
              <a:fillRef idx="1">
                <a:schemeClr val="lt1"/>
              </a:fillRef>
              <a:effectRef idx="0">
                <a:schemeClr val="dk1"/>
              </a:effectRef>
              <a:fontRef idx="minor">
                <a:schemeClr val="dk1"/>
              </a:fontRef>
            </p:style>
            <p:txBody>
              <a:bodyPr anchor="ctr"/>
              <a:lstStyle/>
              <a:p>
                <a:pPr algn="ctr"/>
                <a:endParaRPr b="1">
                  <a:solidFill>
                    <a:schemeClr val="bg1"/>
                  </a:solidFill>
                  <a:latin typeface="+mn-ea"/>
                </a:endParaRPr>
              </a:p>
            </p:txBody>
          </p:sp>
          <p:sp>
            <p:nvSpPr>
              <p:cNvPr id="17" name="îṧliḋê"/>
              <p:cNvSpPr/>
              <p:nvPr/>
            </p:nvSpPr>
            <p:spPr>
              <a:xfrm>
                <a:off x="5657809" y="2061103"/>
                <a:ext cx="894614" cy="894613"/>
              </a:xfrm>
              <a:prstGeom prst="ellipse">
                <a:avLst/>
              </a:prstGeom>
              <a:noFill/>
              <a:ln w="12700">
                <a:solidFill>
                  <a:schemeClr val="accent3">
                    <a:alpha val="60000"/>
                  </a:schemeClr>
                </a:solidFill>
              </a:ln>
              <a:effectLst/>
            </p:spPr>
            <p:style>
              <a:lnRef idx="2">
                <a:schemeClr val="dk1"/>
              </a:lnRef>
              <a:fillRef idx="1">
                <a:schemeClr val="lt1"/>
              </a:fillRef>
              <a:effectRef idx="0">
                <a:schemeClr val="dk1"/>
              </a:effectRef>
              <a:fontRef idx="minor">
                <a:schemeClr val="dk1"/>
              </a:fontRef>
            </p:style>
            <p:txBody>
              <a:bodyPr anchor="ctr"/>
              <a:lstStyle/>
              <a:p>
                <a:pPr algn="ctr"/>
                <a:endParaRPr b="1">
                  <a:solidFill>
                    <a:schemeClr val="bg1"/>
                  </a:solidFill>
                  <a:latin typeface="+mn-ea"/>
                </a:endParaRPr>
              </a:p>
            </p:txBody>
          </p:sp>
          <p:sp>
            <p:nvSpPr>
              <p:cNvPr id="18" name="íSḻiďê"/>
              <p:cNvSpPr/>
              <p:nvPr/>
            </p:nvSpPr>
            <p:spPr>
              <a:xfrm>
                <a:off x="4204318" y="3298644"/>
                <a:ext cx="894614" cy="894613"/>
              </a:xfrm>
              <a:prstGeom prst="ellipse">
                <a:avLst/>
              </a:prstGeom>
              <a:noFill/>
              <a:ln w="12700">
                <a:solidFill>
                  <a:schemeClr val="accent5">
                    <a:alpha val="60000"/>
                  </a:schemeClr>
                </a:solidFill>
              </a:ln>
              <a:effectLst/>
            </p:spPr>
            <p:style>
              <a:lnRef idx="2">
                <a:schemeClr val="dk1"/>
              </a:lnRef>
              <a:fillRef idx="1">
                <a:schemeClr val="lt1"/>
              </a:fillRef>
              <a:effectRef idx="0">
                <a:schemeClr val="dk1"/>
              </a:effectRef>
              <a:fontRef idx="minor">
                <a:schemeClr val="dk1"/>
              </a:fontRef>
            </p:style>
            <p:txBody>
              <a:bodyPr anchor="ctr"/>
              <a:lstStyle/>
              <a:p>
                <a:pPr algn="ctr"/>
                <a:endParaRPr b="1">
                  <a:solidFill>
                    <a:schemeClr val="bg1"/>
                  </a:solidFill>
                  <a:latin typeface="+mn-ea"/>
                </a:endParaRPr>
              </a:p>
            </p:txBody>
          </p:sp>
          <p:sp>
            <p:nvSpPr>
              <p:cNvPr id="19" name="îsļîḓe"/>
              <p:cNvSpPr/>
              <p:nvPr/>
            </p:nvSpPr>
            <p:spPr>
              <a:xfrm>
                <a:off x="7093999" y="3298644"/>
                <a:ext cx="894614" cy="894613"/>
              </a:xfrm>
              <a:prstGeom prst="ellipse">
                <a:avLst/>
              </a:prstGeom>
              <a:noFill/>
              <a:ln w="12700">
                <a:solidFill>
                  <a:schemeClr val="accent1">
                    <a:alpha val="60000"/>
                  </a:schemeClr>
                </a:solidFill>
              </a:ln>
              <a:effectLst/>
            </p:spPr>
            <p:style>
              <a:lnRef idx="2">
                <a:schemeClr val="dk1"/>
              </a:lnRef>
              <a:fillRef idx="1">
                <a:schemeClr val="lt1"/>
              </a:fillRef>
              <a:effectRef idx="0">
                <a:schemeClr val="dk1"/>
              </a:effectRef>
              <a:fontRef idx="minor">
                <a:schemeClr val="dk1"/>
              </a:fontRef>
            </p:style>
            <p:txBody>
              <a:bodyPr anchor="ctr"/>
              <a:lstStyle/>
              <a:p>
                <a:pPr algn="ctr"/>
                <a:endParaRPr b="1">
                  <a:solidFill>
                    <a:schemeClr val="bg1"/>
                  </a:solidFill>
                  <a:latin typeface="+mn-ea"/>
                </a:endParaRPr>
              </a:p>
            </p:txBody>
          </p:sp>
          <p:grpSp>
            <p:nvGrpSpPr>
              <p:cNvPr id="20" name="ï$lïḍê"/>
              <p:cNvGrpSpPr/>
              <p:nvPr/>
            </p:nvGrpSpPr>
            <p:grpSpPr bwMode="auto">
              <a:xfrm>
                <a:off x="7292973" y="3603128"/>
                <a:ext cx="517248" cy="285646"/>
                <a:chOff x="0" y="0"/>
                <a:chExt cx="573" cy="317"/>
              </a:xfrm>
              <a:solidFill>
                <a:srgbClr val="FF6400"/>
              </a:solidFill>
              <a:effectLst/>
            </p:grpSpPr>
            <p:sp>
              <p:nvSpPr>
                <p:cNvPr id="47" name="iśľîḓè"/>
                <p:cNvSpPr/>
                <p:nvPr/>
              </p:nvSpPr>
              <p:spPr bwMode="auto">
                <a:xfrm>
                  <a:off x="0" y="0"/>
                  <a:ext cx="573" cy="317"/>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1600" h="21600">
                      <a:moveTo>
                        <a:pt x="10809" y="0"/>
                      </a:moveTo>
                      <a:cubicBezTo>
                        <a:pt x="4964" y="0"/>
                        <a:pt x="0" y="10568"/>
                        <a:pt x="0" y="10568"/>
                      </a:cubicBezTo>
                      <a:lnTo>
                        <a:pt x="0" y="10966"/>
                      </a:lnTo>
                      <a:cubicBezTo>
                        <a:pt x="0" y="10966"/>
                        <a:pt x="4945" y="21600"/>
                        <a:pt x="10791" y="21600"/>
                      </a:cubicBezTo>
                      <a:cubicBezTo>
                        <a:pt x="16635" y="21600"/>
                        <a:pt x="21600" y="11032"/>
                        <a:pt x="21600" y="11032"/>
                      </a:cubicBezTo>
                      <a:lnTo>
                        <a:pt x="21600" y="10634"/>
                      </a:lnTo>
                      <a:cubicBezTo>
                        <a:pt x="21600" y="10635"/>
                        <a:pt x="16654" y="0"/>
                        <a:pt x="10809" y="0"/>
                      </a:cubicBezTo>
                      <a:close/>
                      <a:moveTo>
                        <a:pt x="10772" y="17410"/>
                      </a:moveTo>
                      <a:cubicBezTo>
                        <a:pt x="8794" y="17410"/>
                        <a:pt x="7191" y="14514"/>
                        <a:pt x="7191" y="10942"/>
                      </a:cubicBezTo>
                      <a:cubicBezTo>
                        <a:pt x="7191" y="7369"/>
                        <a:pt x="8794" y="4473"/>
                        <a:pt x="10772" y="4473"/>
                      </a:cubicBezTo>
                      <a:cubicBezTo>
                        <a:pt x="12750" y="4473"/>
                        <a:pt x="14353" y="7369"/>
                        <a:pt x="14353" y="10942"/>
                      </a:cubicBezTo>
                      <a:cubicBezTo>
                        <a:pt x="14353" y="14514"/>
                        <a:pt x="12750" y="17410"/>
                        <a:pt x="10772" y="17410"/>
                      </a:cubicBezTo>
                      <a:close/>
                      <a:moveTo>
                        <a:pt x="10772" y="17410"/>
                      </a:moveTo>
                    </a:path>
                  </a:pathLst>
                </a:custGeom>
                <a:solidFill>
                  <a:schemeClr val="accent1"/>
                </a:solidFill>
                <a:ln>
                  <a:noFill/>
                </a:ln>
              </p:spPr>
              <p:txBody>
                <a:bodyPr anchor="ctr"/>
                <a:lstStyle/>
                <a:p>
                  <a:pPr algn="ctr"/>
                  <a:endParaRPr b="1">
                    <a:solidFill>
                      <a:schemeClr val="bg1"/>
                    </a:solidFill>
                    <a:latin typeface="+mn-ea"/>
                  </a:endParaRPr>
                </a:p>
              </p:txBody>
            </p:sp>
            <p:sp>
              <p:nvSpPr>
                <p:cNvPr id="48" name="iṡľíḋè"/>
                <p:cNvSpPr/>
                <p:nvPr/>
              </p:nvSpPr>
              <p:spPr bwMode="auto">
                <a:xfrm>
                  <a:off x="247" y="120"/>
                  <a:ext cx="88" cy="87"/>
                </a:xfrm>
                <a:custGeom>
                  <a:avLst/>
                  <a:gdLst>
                    <a:gd name="T0" fmla="*/ 0 w 21598"/>
                    <a:gd name="T1" fmla="*/ 0 h 21598"/>
                    <a:gd name="T2" fmla="*/ 0 w 21598"/>
                    <a:gd name="T3" fmla="*/ 0 h 21598"/>
                    <a:gd name="T4" fmla="*/ 0 w 21598"/>
                    <a:gd name="T5" fmla="*/ 0 h 21598"/>
                    <a:gd name="T6" fmla="*/ 0 w 21598"/>
                    <a:gd name="T7" fmla="*/ 0 h 21598"/>
                    <a:gd name="T8" fmla="*/ 0 w 21598"/>
                    <a:gd name="T9" fmla="*/ 0 h 21598"/>
                    <a:gd name="T10" fmla="*/ 0 w 21598"/>
                    <a:gd name="T11" fmla="*/ 0 h 21598"/>
                    <a:gd name="T12" fmla="*/ 0 w 21598"/>
                    <a:gd name="T13" fmla="*/ 0 h 21598"/>
                    <a:gd name="T14" fmla="*/ 0 w 21598"/>
                    <a:gd name="T15" fmla="*/ 0 h 21598"/>
                    <a:gd name="T16" fmla="*/ 0 w 21598"/>
                    <a:gd name="T17" fmla="*/ 0 h 21598"/>
                    <a:gd name="T18" fmla="*/ 0 w 21598"/>
                    <a:gd name="T19" fmla="*/ 0 h 21598"/>
                    <a:gd name="T20" fmla="*/ 0 w 21598"/>
                    <a:gd name="T21" fmla="*/ 0 h 21598"/>
                    <a:gd name="T22" fmla="*/ 0 w 21598"/>
                    <a:gd name="T23" fmla="*/ 0 h 21598"/>
                    <a:gd name="T24" fmla="*/ 0 w 21598"/>
                    <a:gd name="T25" fmla="*/ 0 h 21598"/>
                    <a:gd name="T26" fmla="*/ 0 w 21598"/>
                    <a:gd name="T27" fmla="*/ 0 h 21598"/>
                    <a:gd name="T28" fmla="*/ 0 w 21598"/>
                    <a:gd name="T29" fmla="*/ 0 h 21598"/>
                    <a:gd name="T30" fmla="*/ 0 w 21598"/>
                    <a:gd name="T31" fmla="*/ 0 h 21598"/>
                    <a:gd name="T32" fmla="*/ 0 w 21598"/>
                    <a:gd name="T33" fmla="*/ 0 h 21598"/>
                    <a:gd name="T34" fmla="*/ 0 w 21598"/>
                    <a:gd name="T35" fmla="*/ 0 h 2159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1598" h="21598">
                      <a:moveTo>
                        <a:pt x="21598" y="10799"/>
                      </a:moveTo>
                      <a:cubicBezTo>
                        <a:pt x="21599" y="9385"/>
                        <a:pt x="21318" y="7972"/>
                        <a:pt x="20776" y="6666"/>
                      </a:cubicBezTo>
                      <a:cubicBezTo>
                        <a:pt x="20236" y="5360"/>
                        <a:pt x="19435" y="4162"/>
                        <a:pt x="18435" y="3163"/>
                      </a:cubicBezTo>
                      <a:cubicBezTo>
                        <a:pt x="17436" y="2163"/>
                        <a:pt x="16238" y="1362"/>
                        <a:pt x="14932" y="822"/>
                      </a:cubicBezTo>
                      <a:cubicBezTo>
                        <a:pt x="13626" y="280"/>
                        <a:pt x="12213" y="-1"/>
                        <a:pt x="10799" y="0"/>
                      </a:cubicBezTo>
                      <a:cubicBezTo>
                        <a:pt x="9385" y="-1"/>
                        <a:pt x="7972" y="280"/>
                        <a:pt x="6666" y="822"/>
                      </a:cubicBezTo>
                      <a:cubicBezTo>
                        <a:pt x="5360" y="1362"/>
                        <a:pt x="4162" y="2163"/>
                        <a:pt x="3163" y="3163"/>
                      </a:cubicBezTo>
                      <a:cubicBezTo>
                        <a:pt x="2163" y="4162"/>
                        <a:pt x="1362" y="5360"/>
                        <a:pt x="822" y="6666"/>
                      </a:cubicBezTo>
                      <a:cubicBezTo>
                        <a:pt x="280" y="7972"/>
                        <a:pt x="-1" y="9385"/>
                        <a:pt x="0" y="10799"/>
                      </a:cubicBezTo>
                      <a:cubicBezTo>
                        <a:pt x="-1" y="12213"/>
                        <a:pt x="280" y="13626"/>
                        <a:pt x="822" y="14932"/>
                      </a:cubicBezTo>
                      <a:cubicBezTo>
                        <a:pt x="1362" y="16238"/>
                        <a:pt x="2163" y="17436"/>
                        <a:pt x="3163" y="18435"/>
                      </a:cubicBezTo>
                      <a:cubicBezTo>
                        <a:pt x="4162" y="19435"/>
                        <a:pt x="5360" y="20236"/>
                        <a:pt x="6666" y="20776"/>
                      </a:cubicBezTo>
                      <a:cubicBezTo>
                        <a:pt x="7972" y="21318"/>
                        <a:pt x="9385" y="21599"/>
                        <a:pt x="10799" y="21598"/>
                      </a:cubicBezTo>
                      <a:cubicBezTo>
                        <a:pt x="12213" y="21599"/>
                        <a:pt x="13626" y="21318"/>
                        <a:pt x="14932" y="20776"/>
                      </a:cubicBezTo>
                      <a:cubicBezTo>
                        <a:pt x="16238" y="20236"/>
                        <a:pt x="17436" y="19435"/>
                        <a:pt x="18435" y="18435"/>
                      </a:cubicBezTo>
                      <a:cubicBezTo>
                        <a:pt x="19435" y="17436"/>
                        <a:pt x="20236" y="16238"/>
                        <a:pt x="20776" y="14932"/>
                      </a:cubicBezTo>
                      <a:cubicBezTo>
                        <a:pt x="21318" y="13626"/>
                        <a:pt x="21599" y="12213"/>
                        <a:pt x="21598" y="10799"/>
                      </a:cubicBezTo>
                      <a:close/>
                      <a:moveTo>
                        <a:pt x="21598" y="10799"/>
                      </a:moveTo>
                    </a:path>
                  </a:pathLst>
                </a:custGeom>
                <a:solidFill>
                  <a:schemeClr val="accent1"/>
                </a:solidFill>
                <a:ln>
                  <a:noFill/>
                </a:ln>
              </p:spPr>
              <p:txBody>
                <a:bodyPr anchor="ctr"/>
                <a:lstStyle/>
                <a:p>
                  <a:pPr algn="ctr"/>
                  <a:endParaRPr b="1">
                    <a:solidFill>
                      <a:schemeClr val="bg1"/>
                    </a:solidFill>
                    <a:latin typeface="+mn-ea"/>
                  </a:endParaRPr>
                </a:p>
              </p:txBody>
            </p:sp>
          </p:grpSp>
          <p:grpSp>
            <p:nvGrpSpPr>
              <p:cNvPr id="21" name="îṧ1îḍè"/>
              <p:cNvGrpSpPr/>
              <p:nvPr/>
            </p:nvGrpSpPr>
            <p:grpSpPr bwMode="auto">
              <a:xfrm>
                <a:off x="5838093" y="2237196"/>
                <a:ext cx="517248" cy="517248"/>
                <a:chOff x="0" y="0"/>
                <a:chExt cx="576" cy="576"/>
              </a:xfrm>
              <a:solidFill>
                <a:srgbClr val="5EA3E7"/>
              </a:solidFill>
              <a:effectLst/>
            </p:grpSpPr>
            <p:sp>
              <p:nvSpPr>
                <p:cNvPr id="28" name="iṥľïďê"/>
                <p:cNvSpPr/>
                <p:nvPr/>
              </p:nvSpPr>
              <p:spPr bwMode="auto">
                <a:xfrm>
                  <a:off x="0" y="0"/>
                  <a:ext cx="576" cy="57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w 21600"/>
                    <a:gd name="T29" fmla="*/ 0 h 21600"/>
                    <a:gd name="T30" fmla="*/ 0 w 21600"/>
                    <a:gd name="T31" fmla="*/ 0 h 21600"/>
                    <a:gd name="T32" fmla="*/ 0 w 21600"/>
                    <a:gd name="T33" fmla="*/ 0 h 21600"/>
                    <a:gd name="T34" fmla="*/ 0 w 21600"/>
                    <a:gd name="T35" fmla="*/ 0 h 21600"/>
                    <a:gd name="T36" fmla="*/ 0 w 21600"/>
                    <a:gd name="T37" fmla="*/ 0 h 21600"/>
                    <a:gd name="T38" fmla="*/ 0 w 21600"/>
                    <a:gd name="T39" fmla="*/ 0 h 21600"/>
                    <a:gd name="T40" fmla="*/ 0 w 21600"/>
                    <a:gd name="T41" fmla="*/ 0 h 21600"/>
                    <a:gd name="T42" fmla="*/ 0 w 21600"/>
                    <a:gd name="T43" fmla="*/ 0 h 21600"/>
                    <a:gd name="T44" fmla="*/ 0 w 21600"/>
                    <a:gd name="T45" fmla="*/ 0 h 21600"/>
                    <a:gd name="T46" fmla="*/ 0 w 21600"/>
                    <a:gd name="T47" fmla="*/ 0 h 21600"/>
                    <a:gd name="T48" fmla="*/ 0 w 21600"/>
                    <a:gd name="T49" fmla="*/ 0 h 21600"/>
                    <a:gd name="T50" fmla="*/ 0 w 21600"/>
                    <a:gd name="T51" fmla="*/ 0 h 21600"/>
                    <a:gd name="T52" fmla="*/ 0 w 21600"/>
                    <a:gd name="T53" fmla="*/ 0 h 21600"/>
                    <a:gd name="T54" fmla="*/ 0 w 21600"/>
                    <a:gd name="T55" fmla="*/ 0 h 21600"/>
                    <a:gd name="T56" fmla="*/ 0 w 21600"/>
                    <a:gd name="T57" fmla="*/ 0 h 21600"/>
                    <a:gd name="T58" fmla="*/ 0 w 21600"/>
                    <a:gd name="T59" fmla="*/ 0 h 21600"/>
                    <a:gd name="T60" fmla="*/ 0 w 21600"/>
                    <a:gd name="T61" fmla="*/ 0 h 21600"/>
                    <a:gd name="T62" fmla="*/ 0 w 21600"/>
                    <a:gd name="T63" fmla="*/ 0 h 21600"/>
                    <a:gd name="T64" fmla="*/ 0 w 21600"/>
                    <a:gd name="T65" fmla="*/ 0 h 21600"/>
                    <a:gd name="T66" fmla="*/ 0 w 21600"/>
                    <a:gd name="T67" fmla="*/ 0 h 21600"/>
                    <a:gd name="T68" fmla="*/ 0 w 21600"/>
                    <a:gd name="T69" fmla="*/ 0 h 21600"/>
                    <a:gd name="T70" fmla="*/ 0 w 21600"/>
                    <a:gd name="T71" fmla="*/ 0 h 21600"/>
                    <a:gd name="T72" fmla="*/ 0 w 21600"/>
                    <a:gd name="T73" fmla="*/ 0 h 21600"/>
                    <a:gd name="T74" fmla="*/ 0 w 21600"/>
                    <a:gd name="T75" fmla="*/ 0 h 21600"/>
                    <a:gd name="T76" fmla="*/ 0 w 21600"/>
                    <a:gd name="T77" fmla="*/ 0 h 21600"/>
                    <a:gd name="T78" fmla="*/ 0 w 21600"/>
                    <a:gd name="T79" fmla="*/ 0 h 21600"/>
                    <a:gd name="T80" fmla="*/ 0 w 21600"/>
                    <a:gd name="T81" fmla="*/ 0 h 21600"/>
                    <a:gd name="T82" fmla="*/ 0 w 21600"/>
                    <a:gd name="T83" fmla="*/ 0 h 21600"/>
                    <a:gd name="T84" fmla="*/ 0 w 21600"/>
                    <a:gd name="T85" fmla="*/ 0 h 21600"/>
                    <a:gd name="T86" fmla="*/ 0 w 21600"/>
                    <a:gd name="T87" fmla="*/ 0 h 21600"/>
                    <a:gd name="T88" fmla="*/ 0 w 21600"/>
                    <a:gd name="T89" fmla="*/ 0 h 21600"/>
                    <a:gd name="T90" fmla="*/ 0 w 21600"/>
                    <a:gd name="T91" fmla="*/ 0 h 21600"/>
                    <a:gd name="T92" fmla="*/ 0 w 21600"/>
                    <a:gd name="T93" fmla="*/ 0 h 21600"/>
                    <a:gd name="T94" fmla="*/ 0 w 21600"/>
                    <a:gd name="T95" fmla="*/ 0 h 21600"/>
                    <a:gd name="T96" fmla="*/ 0 w 21600"/>
                    <a:gd name="T97" fmla="*/ 0 h 21600"/>
                    <a:gd name="T98" fmla="*/ 0 w 21600"/>
                    <a:gd name="T99" fmla="*/ 0 h 21600"/>
                    <a:gd name="T100" fmla="*/ 0 w 21600"/>
                    <a:gd name="T101" fmla="*/ 0 h 21600"/>
                    <a:gd name="T102" fmla="*/ 0 w 21600"/>
                    <a:gd name="T103" fmla="*/ 0 h 21600"/>
                    <a:gd name="T104" fmla="*/ 0 w 21600"/>
                    <a:gd name="T105" fmla="*/ 0 h 21600"/>
                    <a:gd name="T106" fmla="*/ 0 w 21600"/>
                    <a:gd name="T107" fmla="*/ 0 h 21600"/>
                    <a:gd name="T108" fmla="*/ 0 w 21600"/>
                    <a:gd name="T109" fmla="*/ 0 h 21600"/>
                    <a:gd name="T110" fmla="*/ 0 w 21600"/>
                    <a:gd name="T111" fmla="*/ 0 h 21600"/>
                    <a:gd name="T112" fmla="*/ 0 w 21600"/>
                    <a:gd name="T113" fmla="*/ 0 h 21600"/>
                    <a:gd name="T114" fmla="*/ 0 w 21600"/>
                    <a:gd name="T115" fmla="*/ 0 h 21600"/>
                    <a:gd name="T116" fmla="*/ 0 w 21600"/>
                    <a:gd name="T117" fmla="*/ 0 h 21600"/>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21600" h="21600">
                      <a:moveTo>
                        <a:pt x="10800" y="0"/>
                      </a:move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close/>
                      <a:moveTo>
                        <a:pt x="17951" y="7646"/>
                      </a:moveTo>
                      <a:cubicBezTo>
                        <a:pt x="18069" y="7639"/>
                        <a:pt x="18121" y="7531"/>
                        <a:pt x="18225" y="7500"/>
                      </a:cubicBezTo>
                      <a:cubicBezTo>
                        <a:pt x="18420" y="7442"/>
                        <a:pt x="18352" y="7564"/>
                        <a:pt x="18447" y="7660"/>
                      </a:cubicBezTo>
                      <a:cubicBezTo>
                        <a:pt x="18529" y="7660"/>
                        <a:pt x="18346" y="7716"/>
                        <a:pt x="18334" y="7716"/>
                      </a:cubicBezTo>
                      <a:cubicBezTo>
                        <a:pt x="18252" y="7747"/>
                        <a:pt x="18257" y="7731"/>
                        <a:pt x="18192" y="7731"/>
                      </a:cubicBezTo>
                      <a:cubicBezTo>
                        <a:pt x="18166" y="7764"/>
                        <a:pt x="18232" y="7915"/>
                        <a:pt x="18248" y="7915"/>
                      </a:cubicBezTo>
                      <a:cubicBezTo>
                        <a:pt x="18307" y="8002"/>
                        <a:pt x="18338" y="7946"/>
                        <a:pt x="18332" y="8076"/>
                      </a:cubicBezTo>
                      <a:cubicBezTo>
                        <a:pt x="18326" y="8193"/>
                        <a:pt x="18422" y="8085"/>
                        <a:pt x="18461" y="8085"/>
                      </a:cubicBezTo>
                      <a:cubicBezTo>
                        <a:pt x="18461" y="8156"/>
                        <a:pt x="18566" y="8214"/>
                        <a:pt x="18574" y="8297"/>
                      </a:cubicBezTo>
                      <a:cubicBezTo>
                        <a:pt x="18528" y="8303"/>
                        <a:pt x="18423" y="8283"/>
                        <a:pt x="18404" y="8297"/>
                      </a:cubicBezTo>
                      <a:cubicBezTo>
                        <a:pt x="18411" y="8380"/>
                        <a:pt x="18461" y="8380"/>
                        <a:pt x="18461" y="8453"/>
                      </a:cubicBezTo>
                      <a:cubicBezTo>
                        <a:pt x="18549" y="8453"/>
                        <a:pt x="18392" y="8680"/>
                        <a:pt x="18546" y="8680"/>
                      </a:cubicBezTo>
                      <a:cubicBezTo>
                        <a:pt x="18510" y="8823"/>
                        <a:pt x="18267" y="8774"/>
                        <a:pt x="18234" y="8638"/>
                      </a:cubicBezTo>
                      <a:cubicBezTo>
                        <a:pt x="17995" y="8584"/>
                        <a:pt x="18122" y="8416"/>
                        <a:pt x="18114" y="8284"/>
                      </a:cubicBezTo>
                      <a:cubicBezTo>
                        <a:pt x="18104" y="8108"/>
                        <a:pt x="17951" y="8050"/>
                        <a:pt x="17951" y="7915"/>
                      </a:cubicBezTo>
                      <a:cubicBezTo>
                        <a:pt x="17826" y="7915"/>
                        <a:pt x="17951" y="7670"/>
                        <a:pt x="17951" y="7646"/>
                      </a:cubicBezTo>
                      <a:close/>
                      <a:moveTo>
                        <a:pt x="17869" y="15860"/>
                      </a:moveTo>
                      <a:cubicBezTo>
                        <a:pt x="17880" y="15711"/>
                        <a:pt x="17855" y="15455"/>
                        <a:pt x="17923" y="15455"/>
                      </a:cubicBezTo>
                      <a:cubicBezTo>
                        <a:pt x="17923" y="15341"/>
                        <a:pt x="17986" y="15185"/>
                        <a:pt x="17994" y="15044"/>
                      </a:cubicBezTo>
                      <a:cubicBezTo>
                        <a:pt x="18017" y="15044"/>
                        <a:pt x="18041" y="15044"/>
                        <a:pt x="18065" y="15044"/>
                      </a:cubicBezTo>
                      <a:cubicBezTo>
                        <a:pt x="18065" y="15015"/>
                        <a:pt x="18058" y="14913"/>
                        <a:pt x="18107" y="14888"/>
                      </a:cubicBezTo>
                      <a:cubicBezTo>
                        <a:pt x="18107" y="14812"/>
                        <a:pt x="18303" y="14778"/>
                        <a:pt x="18192" y="14676"/>
                      </a:cubicBezTo>
                      <a:cubicBezTo>
                        <a:pt x="18145" y="14660"/>
                        <a:pt x="18107" y="14451"/>
                        <a:pt x="18107" y="14378"/>
                      </a:cubicBezTo>
                      <a:cubicBezTo>
                        <a:pt x="18046" y="14439"/>
                        <a:pt x="18138" y="14619"/>
                        <a:pt x="17994" y="14619"/>
                      </a:cubicBezTo>
                      <a:cubicBezTo>
                        <a:pt x="17994" y="14447"/>
                        <a:pt x="17802" y="14718"/>
                        <a:pt x="17966" y="14718"/>
                      </a:cubicBezTo>
                      <a:cubicBezTo>
                        <a:pt x="17966" y="14874"/>
                        <a:pt x="17765" y="14803"/>
                        <a:pt x="17696" y="14761"/>
                      </a:cubicBezTo>
                      <a:cubicBezTo>
                        <a:pt x="17662" y="14847"/>
                        <a:pt x="17637" y="14882"/>
                        <a:pt x="17739" y="14903"/>
                      </a:cubicBezTo>
                      <a:cubicBezTo>
                        <a:pt x="17698" y="15025"/>
                        <a:pt x="17655" y="14946"/>
                        <a:pt x="17597" y="14903"/>
                      </a:cubicBezTo>
                      <a:cubicBezTo>
                        <a:pt x="17540" y="15073"/>
                        <a:pt x="17410" y="16061"/>
                        <a:pt x="17786" y="15978"/>
                      </a:cubicBezTo>
                      <a:cubicBezTo>
                        <a:pt x="16200" y="18114"/>
                        <a:pt x="13659" y="19500"/>
                        <a:pt x="10800" y="19500"/>
                      </a:cubicBezTo>
                      <a:cubicBezTo>
                        <a:pt x="6003" y="19500"/>
                        <a:pt x="2100" y="15597"/>
                        <a:pt x="2100" y="10800"/>
                      </a:cubicBezTo>
                      <a:cubicBezTo>
                        <a:pt x="2100" y="9473"/>
                        <a:pt x="2400" y="8214"/>
                        <a:pt x="2934" y="7088"/>
                      </a:cubicBezTo>
                      <a:cubicBezTo>
                        <a:pt x="2934" y="7089"/>
                        <a:pt x="2936" y="7091"/>
                        <a:pt x="2936" y="7093"/>
                      </a:cubicBezTo>
                      <a:cubicBezTo>
                        <a:pt x="3188" y="7294"/>
                        <a:pt x="3192" y="7631"/>
                        <a:pt x="3192" y="7901"/>
                      </a:cubicBezTo>
                      <a:cubicBezTo>
                        <a:pt x="3158" y="8054"/>
                        <a:pt x="3234" y="8236"/>
                        <a:pt x="3234" y="8383"/>
                      </a:cubicBezTo>
                      <a:cubicBezTo>
                        <a:pt x="3305" y="8418"/>
                        <a:pt x="3432" y="8638"/>
                        <a:pt x="3432" y="8709"/>
                      </a:cubicBezTo>
                      <a:cubicBezTo>
                        <a:pt x="3435" y="8709"/>
                        <a:pt x="3594" y="8932"/>
                        <a:pt x="3603" y="8949"/>
                      </a:cubicBezTo>
                      <a:cubicBezTo>
                        <a:pt x="3792" y="8949"/>
                        <a:pt x="3886" y="9032"/>
                        <a:pt x="3886" y="9205"/>
                      </a:cubicBezTo>
                      <a:cubicBezTo>
                        <a:pt x="3876" y="9205"/>
                        <a:pt x="4000" y="9469"/>
                        <a:pt x="4042" y="9502"/>
                      </a:cubicBezTo>
                      <a:cubicBezTo>
                        <a:pt x="4042" y="9577"/>
                        <a:pt x="4155" y="9849"/>
                        <a:pt x="4226" y="9885"/>
                      </a:cubicBezTo>
                      <a:cubicBezTo>
                        <a:pt x="4226" y="10115"/>
                        <a:pt x="4784" y="10484"/>
                        <a:pt x="4465" y="9943"/>
                      </a:cubicBezTo>
                      <a:cubicBezTo>
                        <a:pt x="4436" y="9894"/>
                        <a:pt x="4289" y="9616"/>
                        <a:pt x="4255" y="9616"/>
                      </a:cubicBezTo>
                      <a:cubicBezTo>
                        <a:pt x="4255" y="9525"/>
                        <a:pt x="4068" y="9420"/>
                        <a:pt x="4090" y="9342"/>
                      </a:cubicBezTo>
                      <a:cubicBezTo>
                        <a:pt x="4124" y="9221"/>
                        <a:pt x="4340" y="9498"/>
                        <a:pt x="4340" y="9559"/>
                      </a:cubicBezTo>
                      <a:cubicBezTo>
                        <a:pt x="4371" y="9559"/>
                        <a:pt x="4453" y="9741"/>
                        <a:pt x="4453" y="9758"/>
                      </a:cubicBezTo>
                      <a:cubicBezTo>
                        <a:pt x="4505" y="9758"/>
                        <a:pt x="4709" y="9909"/>
                        <a:pt x="4709" y="9999"/>
                      </a:cubicBezTo>
                      <a:cubicBezTo>
                        <a:pt x="4856" y="9999"/>
                        <a:pt x="4940" y="10367"/>
                        <a:pt x="4945" y="10471"/>
                      </a:cubicBezTo>
                      <a:cubicBezTo>
                        <a:pt x="4948" y="10558"/>
                        <a:pt x="4996" y="10792"/>
                        <a:pt x="5120" y="10792"/>
                      </a:cubicBezTo>
                      <a:cubicBezTo>
                        <a:pt x="5174" y="10900"/>
                        <a:pt x="5409" y="10861"/>
                        <a:pt x="5460" y="10962"/>
                      </a:cubicBezTo>
                      <a:cubicBezTo>
                        <a:pt x="5611" y="10962"/>
                        <a:pt x="5777" y="11075"/>
                        <a:pt x="5941" y="11075"/>
                      </a:cubicBezTo>
                      <a:cubicBezTo>
                        <a:pt x="6084" y="11075"/>
                        <a:pt x="6113" y="11246"/>
                        <a:pt x="6239" y="11246"/>
                      </a:cubicBezTo>
                      <a:cubicBezTo>
                        <a:pt x="6259" y="11285"/>
                        <a:pt x="6324" y="11271"/>
                        <a:pt x="6324" y="11302"/>
                      </a:cubicBezTo>
                      <a:cubicBezTo>
                        <a:pt x="6448" y="11302"/>
                        <a:pt x="6791" y="11496"/>
                        <a:pt x="6735" y="11642"/>
                      </a:cubicBezTo>
                      <a:cubicBezTo>
                        <a:pt x="6795" y="11672"/>
                        <a:pt x="6964" y="11843"/>
                        <a:pt x="6947" y="11926"/>
                      </a:cubicBezTo>
                      <a:cubicBezTo>
                        <a:pt x="6971" y="12095"/>
                        <a:pt x="7238" y="12086"/>
                        <a:pt x="7345" y="12138"/>
                      </a:cubicBezTo>
                      <a:cubicBezTo>
                        <a:pt x="7444" y="11839"/>
                        <a:pt x="7571" y="12122"/>
                        <a:pt x="7571" y="12266"/>
                      </a:cubicBezTo>
                      <a:cubicBezTo>
                        <a:pt x="7561" y="12313"/>
                        <a:pt x="7571" y="12512"/>
                        <a:pt x="7571" y="12606"/>
                      </a:cubicBezTo>
                      <a:cubicBezTo>
                        <a:pt x="7701" y="12606"/>
                        <a:pt x="7536" y="12818"/>
                        <a:pt x="7501" y="12677"/>
                      </a:cubicBezTo>
                      <a:cubicBezTo>
                        <a:pt x="7451" y="12698"/>
                        <a:pt x="7423" y="12736"/>
                        <a:pt x="7415" y="12790"/>
                      </a:cubicBezTo>
                      <a:cubicBezTo>
                        <a:pt x="7346" y="12790"/>
                        <a:pt x="7186" y="13220"/>
                        <a:pt x="7345" y="13272"/>
                      </a:cubicBezTo>
                      <a:cubicBezTo>
                        <a:pt x="7326" y="13439"/>
                        <a:pt x="7134" y="13582"/>
                        <a:pt x="7316" y="13683"/>
                      </a:cubicBezTo>
                      <a:cubicBezTo>
                        <a:pt x="7316" y="13672"/>
                        <a:pt x="7662" y="14179"/>
                        <a:pt x="7614" y="14179"/>
                      </a:cubicBezTo>
                      <a:cubicBezTo>
                        <a:pt x="7614" y="14259"/>
                        <a:pt x="7665" y="14355"/>
                        <a:pt x="7685" y="14420"/>
                      </a:cubicBezTo>
                      <a:cubicBezTo>
                        <a:pt x="7685" y="14567"/>
                        <a:pt x="7830" y="14902"/>
                        <a:pt x="8039" y="14902"/>
                      </a:cubicBezTo>
                      <a:cubicBezTo>
                        <a:pt x="8037" y="14898"/>
                        <a:pt x="8254" y="15129"/>
                        <a:pt x="8223" y="15129"/>
                      </a:cubicBezTo>
                      <a:cubicBezTo>
                        <a:pt x="8287" y="15511"/>
                        <a:pt x="8195" y="15751"/>
                        <a:pt x="8195" y="16163"/>
                      </a:cubicBezTo>
                      <a:cubicBezTo>
                        <a:pt x="8072" y="16163"/>
                        <a:pt x="8188" y="16989"/>
                        <a:pt x="8025" y="17071"/>
                      </a:cubicBezTo>
                      <a:cubicBezTo>
                        <a:pt x="7995" y="17203"/>
                        <a:pt x="7898" y="17312"/>
                        <a:pt x="7940" y="17396"/>
                      </a:cubicBezTo>
                      <a:cubicBezTo>
                        <a:pt x="7954" y="17531"/>
                        <a:pt x="7940" y="17666"/>
                        <a:pt x="7940" y="17779"/>
                      </a:cubicBezTo>
                      <a:cubicBezTo>
                        <a:pt x="7907" y="17779"/>
                        <a:pt x="7869" y="17962"/>
                        <a:pt x="7869" y="18006"/>
                      </a:cubicBezTo>
                      <a:cubicBezTo>
                        <a:pt x="7775" y="18006"/>
                        <a:pt x="7769" y="18709"/>
                        <a:pt x="7780" y="18957"/>
                      </a:cubicBezTo>
                      <a:cubicBezTo>
                        <a:pt x="8005" y="19041"/>
                        <a:pt x="8236" y="19114"/>
                        <a:pt x="8470" y="19179"/>
                      </a:cubicBezTo>
                      <a:cubicBezTo>
                        <a:pt x="8443" y="19138"/>
                        <a:pt x="8422" y="19094"/>
                        <a:pt x="8422" y="19040"/>
                      </a:cubicBezTo>
                      <a:cubicBezTo>
                        <a:pt x="8327" y="19040"/>
                        <a:pt x="8420" y="18785"/>
                        <a:pt x="8521" y="18785"/>
                      </a:cubicBezTo>
                      <a:cubicBezTo>
                        <a:pt x="8556" y="18663"/>
                        <a:pt x="8618" y="18661"/>
                        <a:pt x="8677" y="18572"/>
                      </a:cubicBezTo>
                      <a:cubicBezTo>
                        <a:pt x="8747" y="18572"/>
                        <a:pt x="8635" y="18459"/>
                        <a:pt x="8635" y="18530"/>
                      </a:cubicBezTo>
                      <a:cubicBezTo>
                        <a:pt x="8618" y="18530"/>
                        <a:pt x="8618" y="18575"/>
                        <a:pt x="8578" y="18586"/>
                      </a:cubicBezTo>
                      <a:cubicBezTo>
                        <a:pt x="8565" y="18552"/>
                        <a:pt x="8582" y="18516"/>
                        <a:pt x="8564" y="18516"/>
                      </a:cubicBezTo>
                      <a:cubicBezTo>
                        <a:pt x="8564" y="18436"/>
                        <a:pt x="8606" y="18359"/>
                        <a:pt x="8606" y="18275"/>
                      </a:cubicBezTo>
                      <a:cubicBezTo>
                        <a:pt x="8633" y="18275"/>
                        <a:pt x="8668" y="18173"/>
                        <a:pt x="8706" y="18147"/>
                      </a:cubicBezTo>
                      <a:cubicBezTo>
                        <a:pt x="8784" y="18056"/>
                        <a:pt x="8862" y="18045"/>
                        <a:pt x="8862" y="17920"/>
                      </a:cubicBezTo>
                      <a:cubicBezTo>
                        <a:pt x="8879" y="17920"/>
                        <a:pt x="8837" y="17779"/>
                        <a:pt x="8805" y="17779"/>
                      </a:cubicBezTo>
                      <a:cubicBezTo>
                        <a:pt x="8888" y="17707"/>
                        <a:pt x="8989" y="17837"/>
                        <a:pt x="8989" y="17693"/>
                      </a:cubicBezTo>
                      <a:cubicBezTo>
                        <a:pt x="9015" y="17693"/>
                        <a:pt x="9032" y="17605"/>
                        <a:pt x="9032" y="17580"/>
                      </a:cubicBezTo>
                      <a:cubicBezTo>
                        <a:pt x="9152" y="17500"/>
                        <a:pt x="9130" y="17481"/>
                        <a:pt x="9315" y="17481"/>
                      </a:cubicBezTo>
                      <a:cubicBezTo>
                        <a:pt x="9338" y="17435"/>
                        <a:pt x="9473" y="17380"/>
                        <a:pt x="9528" y="17382"/>
                      </a:cubicBezTo>
                      <a:cubicBezTo>
                        <a:pt x="9528" y="17362"/>
                        <a:pt x="9545" y="17169"/>
                        <a:pt x="9528" y="17169"/>
                      </a:cubicBezTo>
                      <a:cubicBezTo>
                        <a:pt x="9528" y="17065"/>
                        <a:pt x="9712" y="17054"/>
                        <a:pt x="9712" y="17013"/>
                      </a:cubicBezTo>
                      <a:cubicBezTo>
                        <a:pt x="9812" y="16942"/>
                        <a:pt x="9843" y="16857"/>
                        <a:pt x="9849" y="16740"/>
                      </a:cubicBezTo>
                      <a:cubicBezTo>
                        <a:pt x="9854" y="16645"/>
                        <a:pt x="9994" y="16531"/>
                        <a:pt x="10073" y="16531"/>
                      </a:cubicBezTo>
                      <a:cubicBezTo>
                        <a:pt x="10199" y="16531"/>
                        <a:pt x="10115" y="16475"/>
                        <a:pt x="10194" y="16475"/>
                      </a:cubicBezTo>
                      <a:cubicBezTo>
                        <a:pt x="10171" y="16407"/>
                        <a:pt x="10224" y="16412"/>
                        <a:pt x="10260" y="16368"/>
                      </a:cubicBezTo>
                      <a:cubicBezTo>
                        <a:pt x="10314" y="16301"/>
                        <a:pt x="10296" y="16065"/>
                        <a:pt x="10307" y="15964"/>
                      </a:cubicBezTo>
                      <a:cubicBezTo>
                        <a:pt x="10281" y="15964"/>
                        <a:pt x="10425" y="15828"/>
                        <a:pt x="10435" y="15808"/>
                      </a:cubicBezTo>
                      <a:cubicBezTo>
                        <a:pt x="10502" y="15808"/>
                        <a:pt x="10552" y="15752"/>
                        <a:pt x="10619" y="15752"/>
                      </a:cubicBezTo>
                      <a:cubicBezTo>
                        <a:pt x="10655" y="15681"/>
                        <a:pt x="10888" y="15575"/>
                        <a:pt x="10974" y="15511"/>
                      </a:cubicBezTo>
                      <a:cubicBezTo>
                        <a:pt x="11011" y="15360"/>
                        <a:pt x="11115" y="15330"/>
                        <a:pt x="11115" y="15170"/>
                      </a:cubicBezTo>
                      <a:cubicBezTo>
                        <a:pt x="11157" y="15170"/>
                        <a:pt x="11200" y="14858"/>
                        <a:pt x="11200" y="14802"/>
                      </a:cubicBezTo>
                      <a:cubicBezTo>
                        <a:pt x="11208" y="14802"/>
                        <a:pt x="11215" y="14518"/>
                        <a:pt x="11215" y="14490"/>
                      </a:cubicBezTo>
                      <a:cubicBezTo>
                        <a:pt x="11221" y="14490"/>
                        <a:pt x="11427" y="14261"/>
                        <a:pt x="11427" y="14234"/>
                      </a:cubicBezTo>
                      <a:cubicBezTo>
                        <a:pt x="11617" y="14093"/>
                        <a:pt x="11588" y="13676"/>
                        <a:pt x="11405" y="13514"/>
                      </a:cubicBezTo>
                      <a:cubicBezTo>
                        <a:pt x="11299" y="13420"/>
                        <a:pt x="11232" y="13367"/>
                        <a:pt x="11073" y="13313"/>
                      </a:cubicBezTo>
                      <a:cubicBezTo>
                        <a:pt x="11048" y="13388"/>
                        <a:pt x="10982" y="13340"/>
                        <a:pt x="10915" y="13339"/>
                      </a:cubicBezTo>
                      <a:cubicBezTo>
                        <a:pt x="10800" y="13335"/>
                        <a:pt x="10788" y="13413"/>
                        <a:pt x="10676" y="13413"/>
                      </a:cubicBezTo>
                      <a:cubicBezTo>
                        <a:pt x="10690" y="13345"/>
                        <a:pt x="10725" y="13144"/>
                        <a:pt x="10591" y="13130"/>
                      </a:cubicBezTo>
                      <a:cubicBezTo>
                        <a:pt x="10591" y="13265"/>
                        <a:pt x="10455" y="13200"/>
                        <a:pt x="10492" y="13115"/>
                      </a:cubicBezTo>
                      <a:cubicBezTo>
                        <a:pt x="10428" y="13115"/>
                        <a:pt x="10369" y="13016"/>
                        <a:pt x="10280" y="13002"/>
                      </a:cubicBezTo>
                      <a:cubicBezTo>
                        <a:pt x="10280" y="13147"/>
                        <a:pt x="10062" y="13030"/>
                        <a:pt x="10123" y="13030"/>
                      </a:cubicBezTo>
                      <a:cubicBezTo>
                        <a:pt x="10123" y="13012"/>
                        <a:pt x="10087" y="12817"/>
                        <a:pt x="10138" y="12817"/>
                      </a:cubicBezTo>
                      <a:cubicBezTo>
                        <a:pt x="10121" y="12734"/>
                        <a:pt x="10101" y="12590"/>
                        <a:pt x="10038" y="12548"/>
                      </a:cubicBezTo>
                      <a:cubicBezTo>
                        <a:pt x="9983" y="12431"/>
                        <a:pt x="10070" y="12473"/>
                        <a:pt x="9939" y="12364"/>
                      </a:cubicBezTo>
                      <a:cubicBezTo>
                        <a:pt x="9917" y="12318"/>
                        <a:pt x="9905" y="12353"/>
                        <a:pt x="9883" y="12308"/>
                      </a:cubicBezTo>
                      <a:cubicBezTo>
                        <a:pt x="9839" y="12308"/>
                        <a:pt x="9753" y="12192"/>
                        <a:pt x="9727" y="12293"/>
                      </a:cubicBezTo>
                      <a:cubicBezTo>
                        <a:pt x="9644" y="12287"/>
                        <a:pt x="9572" y="12248"/>
                        <a:pt x="9495" y="12224"/>
                      </a:cubicBezTo>
                      <a:cubicBezTo>
                        <a:pt x="9355" y="12182"/>
                        <a:pt x="9478" y="12169"/>
                        <a:pt x="9386" y="12123"/>
                      </a:cubicBezTo>
                      <a:cubicBezTo>
                        <a:pt x="9386" y="12082"/>
                        <a:pt x="9259" y="12071"/>
                        <a:pt x="9259" y="12010"/>
                      </a:cubicBezTo>
                      <a:cubicBezTo>
                        <a:pt x="9233" y="11942"/>
                        <a:pt x="9182" y="11935"/>
                        <a:pt x="9174" y="11911"/>
                      </a:cubicBezTo>
                      <a:cubicBezTo>
                        <a:pt x="9161" y="11914"/>
                        <a:pt x="9152" y="11909"/>
                        <a:pt x="9145" y="11897"/>
                      </a:cubicBezTo>
                      <a:cubicBezTo>
                        <a:pt x="9117" y="11898"/>
                        <a:pt x="9123" y="11842"/>
                        <a:pt x="9059" y="11842"/>
                      </a:cubicBezTo>
                      <a:cubicBezTo>
                        <a:pt x="9053" y="11822"/>
                        <a:pt x="8992" y="11772"/>
                        <a:pt x="8975" y="11783"/>
                      </a:cubicBezTo>
                      <a:cubicBezTo>
                        <a:pt x="8909" y="11829"/>
                        <a:pt x="8732" y="11807"/>
                        <a:pt x="8655" y="11802"/>
                      </a:cubicBezTo>
                      <a:cubicBezTo>
                        <a:pt x="8463" y="11788"/>
                        <a:pt x="8497" y="11569"/>
                        <a:pt x="8395" y="11556"/>
                      </a:cubicBezTo>
                      <a:cubicBezTo>
                        <a:pt x="8327" y="11603"/>
                        <a:pt x="8249" y="11646"/>
                        <a:pt x="8172" y="11647"/>
                      </a:cubicBezTo>
                      <a:cubicBezTo>
                        <a:pt x="8154" y="11620"/>
                        <a:pt x="8151" y="11627"/>
                        <a:pt x="8111" y="11603"/>
                      </a:cubicBezTo>
                      <a:cubicBezTo>
                        <a:pt x="8101" y="11603"/>
                        <a:pt x="8049" y="11633"/>
                        <a:pt x="8035" y="11643"/>
                      </a:cubicBezTo>
                      <a:cubicBezTo>
                        <a:pt x="7988" y="11672"/>
                        <a:pt x="7943" y="11762"/>
                        <a:pt x="7885" y="11730"/>
                      </a:cubicBezTo>
                      <a:cubicBezTo>
                        <a:pt x="7858" y="11700"/>
                        <a:pt x="7838" y="11708"/>
                        <a:pt x="7827" y="11755"/>
                      </a:cubicBezTo>
                      <a:cubicBezTo>
                        <a:pt x="7708" y="11755"/>
                        <a:pt x="7887" y="12038"/>
                        <a:pt x="7601" y="12038"/>
                      </a:cubicBezTo>
                      <a:cubicBezTo>
                        <a:pt x="7612" y="11938"/>
                        <a:pt x="7602" y="11840"/>
                        <a:pt x="7459" y="11840"/>
                      </a:cubicBezTo>
                      <a:cubicBezTo>
                        <a:pt x="7459" y="11962"/>
                        <a:pt x="7255" y="11938"/>
                        <a:pt x="7161" y="11925"/>
                      </a:cubicBezTo>
                      <a:cubicBezTo>
                        <a:pt x="7185" y="11831"/>
                        <a:pt x="7139" y="11763"/>
                        <a:pt x="7062" y="11712"/>
                      </a:cubicBezTo>
                      <a:cubicBezTo>
                        <a:pt x="7062" y="11639"/>
                        <a:pt x="7006" y="11546"/>
                        <a:pt x="7006" y="11429"/>
                      </a:cubicBezTo>
                      <a:cubicBezTo>
                        <a:pt x="6906" y="11429"/>
                        <a:pt x="7056" y="11117"/>
                        <a:pt x="6892" y="11117"/>
                      </a:cubicBezTo>
                      <a:cubicBezTo>
                        <a:pt x="6902" y="11134"/>
                        <a:pt x="6907" y="11153"/>
                        <a:pt x="6906" y="11174"/>
                      </a:cubicBezTo>
                      <a:cubicBezTo>
                        <a:pt x="6793" y="11174"/>
                        <a:pt x="6679" y="11194"/>
                        <a:pt x="6566" y="11174"/>
                      </a:cubicBezTo>
                      <a:cubicBezTo>
                        <a:pt x="6594" y="11071"/>
                        <a:pt x="6506" y="11060"/>
                        <a:pt x="6533" y="10951"/>
                      </a:cubicBezTo>
                      <a:cubicBezTo>
                        <a:pt x="6554" y="10862"/>
                        <a:pt x="6590" y="10783"/>
                        <a:pt x="6609" y="10692"/>
                      </a:cubicBezTo>
                      <a:cubicBezTo>
                        <a:pt x="6651" y="10692"/>
                        <a:pt x="6645" y="10564"/>
                        <a:pt x="6722" y="10564"/>
                      </a:cubicBezTo>
                      <a:cubicBezTo>
                        <a:pt x="6800" y="10519"/>
                        <a:pt x="6694" y="10393"/>
                        <a:pt x="6694" y="10508"/>
                      </a:cubicBezTo>
                      <a:cubicBezTo>
                        <a:pt x="6694" y="10508"/>
                        <a:pt x="6553" y="10558"/>
                        <a:pt x="6537" y="10564"/>
                      </a:cubicBezTo>
                      <a:cubicBezTo>
                        <a:pt x="6537" y="10573"/>
                        <a:pt x="6396" y="10708"/>
                        <a:pt x="6396" y="10607"/>
                      </a:cubicBezTo>
                      <a:cubicBezTo>
                        <a:pt x="6324" y="10635"/>
                        <a:pt x="6214" y="10778"/>
                        <a:pt x="6325" y="10805"/>
                      </a:cubicBezTo>
                      <a:cubicBezTo>
                        <a:pt x="6313" y="10864"/>
                        <a:pt x="6226" y="10910"/>
                        <a:pt x="6226" y="10919"/>
                      </a:cubicBezTo>
                      <a:cubicBezTo>
                        <a:pt x="6065" y="10920"/>
                        <a:pt x="6123" y="10908"/>
                        <a:pt x="6113" y="10833"/>
                      </a:cubicBezTo>
                      <a:cubicBezTo>
                        <a:pt x="6019" y="10833"/>
                        <a:pt x="5911" y="10621"/>
                        <a:pt x="5815" y="10621"/>
                      </a:cubicBezTo>
                      <a:cubicBezTo>
                        <a:pt x="5815" y="10530"/>
                        <a:pt x="5716" y="10443"/>
                        <a:pt x="5716" y="10323"/>
                      </a:cubicBezTo>
                      <a:cubicBezTo>
                        <a:pt x="5692" y="10323"/>
                        <a:pt x="5692" y="9898"/>
                        <a:pt x="5716" y="9898"/>
                      </a:cubicBezTo>
                      <a:cubicBezTo>
                        <a:pt x="5716" y="9682"/>
                        <a:pt x="5867" y="9502"/>
                        <a:pt x="6084" y="9480"/>
                      </a:cubicBezTo>
                      <a:cubicBezTo>
                        <a:pt x="6220" y="9466"/>
                        <a:pt x="6205" y="9562"/>
                        <a:pt x="6328" y="9580"/>
                      </a:cubicBezTo>
                      <a:cubicBezTo>
                        <a:pt x="6399" y="9590"/>
                        <a:pt x="6440" y="9558"/>
                        <a:pt x="6509" y="9530"/>
                      </a:cubicBezTo>
                      <a:cubicBezTo>
                        <a:pt x="6505" y="9471"/>
                        <a:pt x="6466" y="9455"/>
                        <a:pt x="6453" y="9402"/>
                      </a:cubicBezTo>
                      <a:cubicBezTo>
                        <a:pt x="6537" y="9402"/>
                        <a:pt x="6772" y="9417"/>
                        <a:pt x="6807" y="9487"/>
                      </a:cubicBezTo>
                      <a:cubicBezTo>
                        <a:pt x="6888" y="9521"/>
                        <a:pt x="6992" y="9430"/>
                        <a:pt x="7048" y="9509"/>
                      </a:cubicBezTo>
                      <a:cubicBezTo>
                        <a:pt x="7090" y="9567"/>
                        <a:pt x="7161" y="9754"/>
                        <a:pt x="7161" y="9813"/>
                      </a:cubicBezTo>
                      <a:cubicBezTo>
                        <a:pt x="7144" y="9813"/>
                        <a:pt x="7238" y="9954"/>
                        <a:pt x="7247" y="9969"/>
                      </a:cubicBezTo>
                      <a:cubicBezTo>
                        <a:pt x="7380" y="9967"/>
                        <a:pt x="7347" y="9863"/>
                        <a:pt x="7326" y="9763"/>
                      </a:cubicBezTo>
                      <a:cubicBezTo>
                        <a:pt x="7309" y="9681"/>
                        <a:pt x="7288" y="9431"/>
                        <a:pt x="7232" y="9374"/>
                      </a:cubicBezTo>
                      <a:cubicBezTo>
                        <a:pt x="7232" y="9134"/>
                        <a:pt x="7396" y="9159"/>
                        <a:pt x="7488" y="8977"/>
                      </a:cubicBezTo>
                      <a:cubicBezTo>
                        <a:pt x="7637" y="8977"/>
                        <a:pt x="7669" y="8737"/>
                        <a:pt x="7757" y="8679"/>
                      </a:cubicBezTo>
                      <a:cubicBezTo>
                        <a:pt x="7757" y="8649"/>
                        <a:pt x="7814" y="8459"/>
                        <a:pt x="7827" y="8452"/>
                      </a:cubicBezTo>
                      <a:cubicBezTo>
                        <a:pt x="7847" y="8338"/>
                        <a:pt x="7896" y="8341"/>
                        <a:pt x="7941" y="8268"/>
                      </a:cubicBezTo>
                      <a:cubicBezTo>
                        <a:pt x="7924" y="8268"/>
                        <a:pt x="8125" y="8118"/>
                        <a:pt x="8125" y="8141"/>
                      </a:cubicBezTo>
                      <a:cubicBezTo>
                        <a:pt x="8201" y="8090"/>
                        <a:pt x="8267" y="7931"/>
                        <a:pt x="8295" y="7843"/>
                      </a:cubicBezTo>
                      <a:cubicBezTo>
                        <a:pt x="8334" y="7843"/>
                        <a:pt x="8420" y="7763"/>
                        <a:pt x="8437" y="7730"/>
                      </a:cubicBezTo>
                      <a:cubicBezTo>
                        <a:pt x="8537" y="7730"/>
                        <a:pt x="8597" y="7673"/>
                        <a:pt x="8721" y="7673"/>
                      </a:cubicBezTo>
                      <a:cubicBezTo>
                        <a:pt x="8701" y="7713"/>
                        <a:pt x="8721" y="7704"/>
                        <a:pt x="8735" y="7772"/>
                      </a:cubicBezTo>
                      <a:cubicBezTo>
                        <a:pt x="8739" y="7771"/>
                        <a:pt x="8657" y="7790"/>
                        <a:pt x="8648" y="7769"/>
                      </a:cubicBezTo>
                      <a:cubicBezTo>
                        <a:pt x="8633" y="7825"/>
                        <a:pt x="8520" y="7840"/>
                        <a:pt x="8749" y="7814"/>
                      </a:cubicBezTo>
                      <a:cubicBezTo>
                        <a:pt x="8763" y="7784"/>
                        <a:pt x="8838" y="7757"/>
                        <a:pt x="8877" y="7744"/>
                      </a:cubicBezTo>
                      <a:cubicBezTo>
                        <a:pt x="8877" y="7671"/>
                        <a:pt x="8983" y="7722"/>
                        <a:pt x="9004" y="7658"/>
                      </a:cubicBezTo>
                      <a:cubicBezTo>
                        <a:pt x="8921" y="7654"/>
                        <a:pt x="8856" y="7622"/>
                        <a:pt x="8800" y="7530"/>
                      </a:cubicBezTo>
                      <a:cubicBezTo>
                        <a:pt x="8741" y="7435"/>
                        <a:pt x="8618" y="7304"/>
                        <a:pt x="8820" y="7304"/>
                      </a:cubicBezTo>
                      <a:cubicBezTo>
                        <a:pt x="8820" y="7275"/>
                        <a:pt x="8792" y="7291"/>
                        <a:pt x="8792" y="7262"/>
                      </a:cubicBezTo>
                      <a:cubicBezTo>
                        <a:pt x="8687" y="7291"/>
                        <a:pt x="8665" y="7361"/>
                        <a:pt x="8550" y="7361"/>
                      </a:cubicBezTo>
                      <a:cubicBezTo>
                        <a:pt x="8409" y="7408"/>
                        <a:pt x="8340" y="7547"/>
                        <a:pt x="8181" y="7545"/>
                      </a:cubicBezTo>
                      <a:cubicBezTo>
                        <a:pt x="8195" y="7402"/>
                        <a:pt x="8447" y="7114"/>
                        <a:pt x="8577" y="7072"/>
                      </a:cubicBezTo>
                      <a:cubicBezTo>
                        <a:pt x="8825" y="6993"/>
                        <a:pt x="9234" y="7212"/>
                        <a:pt x="9302" y="6907"/>
                      </a:cubicBezTo>
                      <a:cubicBezTo>
                        <a:pt x="9351" y="6913"/>
                        <a:pt x="9570" y="6991"/>
                        <a:pt x="9570" y="6893"/>
                      </a:cubicBezTo>
                      <a:cubicBezTo>
                        <a:pt x="9623" y="6893"/>
                        <a:pt x="9526" y="6794"/>
                        <a:pt x="9627" y="6794"/>
                      </a:cubicBezTo>
                      <a:cubicBezTo>
                        <a:pt x="9613" y="6724"/>
                        <a:pt x="9497" y="6638"/>
                        <a:pt x="9458" y="6638"/>
                      </a:cubicBezTo>
                      <a:cubicBezTo>
                        <a:pt x="9458" y="6482"/>
                        <a:pt x="9373" y="6652"/>
                        <a:pt x="9329" y="6652"/>
                      </a:cubicBezTo>
                      <a:cubicBezTo>
                        <a:pt x="9329" y="6550"/>
                        <a:pt x="9293" y="6559"/>
                        <a:pt x="9259" y="6524"/>
                      </a:cubicBezTo>
                      <a:cubicBezTo>
                        <a:pt x="9259" y="6449"/>
                        <a:pt x="9097" y="6334"/>
                        <a:pt x="9046" y="6255"/>
                      </a:cubicBezTo>
                      <a:cubicBezTo>
                        <a:pt x="8977" y="6255"/>
                        <a:pt x="8877" y="5906"/>
                        <a:pt x="8819" y="5943"/>
                      </a:cubicBezTo>
                      <a:cubicBezTo>
                        <a:pt x="8819" y="6029"/>
                        <a:pt x="8755" y="6142"/>
                        <a:pt x="8663" y="6142"/>
                      </a:cubicBezTo>
                      <a:cubicBezTo>
                        <a:pt x="8663" y="6199"/>
                        <a:pt x="8520" y="6173"/>
                        <a:pt x="8493" y="6170"/>
                      </a:cubicBezTo>
                      <a:cubicBezTo>
                        <a:pt x="8493" y="6087"/>
                        <a:pt x="8522" y="6159"/>
                        <a:pt x="8522" y="6113"/>
                      </a:cubicBezTo>
                      <a:cubicBezTo>
                        <a:pt x="8474" y="6113"/>
                        <a:pt x="8479" y="6053"/>
                        <a:pt x="8479" y="6043"/>
                      </a:cubicBezTo>
                      <a:cubicBezTo>
                        <a:pt x="8452" y="6043"/>
                        <a:pt x="8238" y="5833"/>
                        <a:pt x="8238" y="5788"/>
                      </a:cubicBezTo>
                      <a:cubicBezTo>
                        <a:pt x="8048" y="5851"/>
                        <a:pt x="8194" y="5771"/>
                        <a:pt x="8011" y="5688"/>
                      </a:cubicBezTo>
                      <a:cubicBezTo>
                        <a:pt x="7947" y="5856"/>
                        <a:pt x="7766" y="5717"/>
                        <a:pt x="7657" y="5717"/>
                      </a:cubicBezTo>
                      <a:cubicBezTo>
                        <a:pt x="7657" y="5740"/>
                        <a:pt x="7564" y="5704"/>
                        <a:pt x="7529" y="5717"/>
                      </a:cubicBezTo>
                      <a:cubicBezTo>
                        <a:pt x="7530" y="5816"/>
                        <a:pt x="7612" y="6029"/>
                        <a:pt x="7501" y="6057"/>
                      </a:cubicBezTo>
                      <a:cubicBezTo>
                        <a:pt x="7522" y="6132"/>
                        <a:pt x="7574" y="6082"/>
                        <a:pt x="7616" y="6132"/>
                      </a:cubicBezTo>
                      <a:cubicBezTo>
                        <a:pt x="7681" y="6210"/>
                        <a:pt x="7655" y="6350"/>
                        <a:pt x="7614" y="6440"/>
                      </a:cubicBezTo>
                      <a:cubicBezTo>
                        <a:pt x="7778" y="6503"/>
                        <a:pt x="7487" y="6634"/>
                        <a:pt x="7487" y="6553"/>
                      </a:cubicBezTo>
                      <a:cubicBezTo>
                        <a:pt x="7397" y="6578"/>
                        <a:pt x="7383" y="6692"/>
                        <a:pt x="7472" y="6751"/>
                      </a:cubicBezTo>
                      <a:cubicBezTo>
                        <a:pt x="7472" y="6809"/>
                        <a:pt x="7443" y="6908"/>
                        <a:pt x="7529" y="6908"/>
                      </a:cubicBezTo>
                      <a:cubicBezTo>
                        <a:pt x="7505" y="7002"/>
                        <a:pt x="7363" y="7012"/>
                        <a:pt x="7274" y="6979"/>
                      </a:cubicBezTo>
                      <a:cubicBezTo>
                        <a:pt x="7265" y="6950"/>
                        <a:pt x="7274" y="6940"/>
                        <a:pt x="7302" y="6950"/>
                      </a:cubicBezTo>
                      <a:cubicBezTo>
                        <a:pt x="7288" y="6896"/>
                        <a:pt x="7220" y="6737"/>
                        <a:pt x="7245" y="6737"/>
                      </a:cubicBezTo>
                      <a:cubicBezTo>
                        <a:pt x="7227" y="6683"/>
                        <a:pt x="7047" y="6397"/>
                        <a:pt x="7047" y="6553"/>
                      </a:cubicBezTo>
                      <a:cubicBezTo>
                        <a:pt x="6945" y="6553"/>
                        <a:pt x="6835" y="6575"/>
                        <a:pt x="6835" y="6453"/>
                      </a:cubicBezTo>
                      <a:cubicBezTo>
                        <a:pt x="6797" y="6441"/>
                        <a:pt x="6737" y="6413"/>
                        <a:pt x="6721" y="6383"/>
                      </a:cubicBezTo>
                      <a:cubicBezTo>
                        <a:pt x="6535" y="6356"/>
                        <a:pt x="6460" y="6335"/>
                        <a:pt x="6253" y="6298"/>
                      </a:cubicBezTo>
                      <a:cubicBezTo>
                        <a:pt x="6262" y="6212"/>
                        <a:pt x="6076" y="6055"/>
                        <a:pt x="5984" y="6000"/>
                      </a:cubicBezTo>
                      <a:cubicBezTo>
                        <a:pt x="5984" y="5789"/>
                        <a:pt x="5924" y="5594"/>
                        <a:pt x="6154" y="5561"/>
                      </a:cubicBezTo>
                      <a:cubicBezTo>
                        <a:pt x="6154" y="5593"/>
                        <a:pt x="6359" y="5498"/>
                        <a:pt x="6381" y="5490"/>
                      </a:cubicBezTo>
                      <a:cubicBezTo>
                        <a:pt x="6439" y="5373"/>
                        <a:pt x="6554" y="5554"/>
                        <a:pt x="6603" y="5380"/>
                      </a:cubicBezTo>
                      <a:cubicBezTo>
                        <a:pt x="6633" y="5275"/>
                        <a:pt x="6758" y="5210"/>
                        <a:pt x="6863" y="5249"/>
                      </a:cubicBezTo>
                      <a:cubicBezTo>
                        <a:pt x="6845" y="5381"/>
                        <a:pt x="6807" y="5518"/>
                        <a:pt x="6693" y="5518"/>
                      </a:cubicBezTo>
                      <a:cubicBezTo>
                        <a:pt x="6775" y="5588"/>
                        <a:pt x="6998" y="5490"/>
                        <a:pt x="7089" y="5490"/>
                      </a:cubicBezTo>
                      <a:cubicBezTo>
                        <a:pt x="7089" y="5499"/>
                        <a:pt x="7235" y="5518"/>
                        <a:pt x="7274" y="5518"/>
                      </a:cubicBezTo>
                      <a:cubicBezTo>
                        <a:pt x="7210" y="5433"/>
                        <a:pt x="6803" y="5361"/>
                        <a:pt x="6990" y="5221"/>
                      </a:cubicBezTo>
                      <a:cubicBezTo>
                        <a:pt x="6990" y="5181"/>
                        <a:pt x="7154" y="5180"/>
                        <a:pt x="7176" y="5093"/>
                      </a:cubicBezTo>
                      <a:cubicBezTo>
                        <a:pt x="7193" y="5025"/>
                        <a:pt x="7212" y="4832"/>
                        <a:pt x="7175" y="4819"/>
                      </a:cubicBezTo>
                      <a:cubicBezTo>
                        <a:pt x="7120" y="4800"/>
                        <a:pt x="7064" y="4827"/>
                        <a:pt x="6976" y="4810"/>
                      </a:cubicBezTo>
                      <a:cubicBezTo>
                        <a:pt x="6976" y="4780"/>
                        <a:pt x="6975" y="4753"/>
                        <a:pt x="6947" y="4753"/>
                      </a:cubicBezTo>
                      <a:cubicBezTo>
                        <a:pt x="6947" y="4841"/>
                        <a:pt x="6868" y="4758"/>
                        <a:pt x="6806" y="4781"/>
                      </a:cubicBezTo>
                      <a:cubicBezTo>
                        <a:pt x="6806" y="4803"/>
                        <a:pt x="6859" y="4867"/>
                        <a:pt x="6820" y="4867"/>
                      </a:cubicBezTo>
                      <a:cubicBezTo>
                        <a:pt x="6820" y="4998"/>
                        <a:pt x="6805" y="5126"/>
                        <a:pt x="6636" y="5150"/>
                      </a:cubicBezTo>
                      <a:cubicBezTo>
                        <a:pt x="6634" y="5058"/>
                        <a:pt x="6587" y="4883"/>
                        <a:pt x="6494" y="4852"/>
                      </a:cubicBezTo>
                      <a:cubicBezTo>
                        <a:pt x="6494" y="5125"/>
                        <a:pt x="6233" y="4739"/>
                        <a:pt x="6182" y="4696"/>
                      </a:cubicBezTo>
                      <a:cubicBezTo>
                        <a:pt x="6162" y="4615"/>
                        <a:pt x="6104" y="4580"/>
                        <a:pt x="6040" y="4555"/>
                      </a:cubicBezTo>
                      <a:cubicBezTo>
                        <a:pt x="5997" y="4665"/>
                        <a:pt x="5921" y="4566"/>
                        <a:pt x="5855" y="4681"/>
                      </a:cubicBezTo>
                      <a:cubicBezTo>
                        <a:pt x="5801" y="4775"/>
                        <a:pt x="5861" y="4763"/>
                        <a:pt x="5799" y="4866"/>
                      </a:cubicBezTo>
                      <a:cubicBezTo>
                        <a:pt x="5719" y="4866"/>
                        <a:pt x="5523" y="4812"/>
                        <a:pt x="5516" y="4895"/>
                      </a:cubicBezTo>
                      <a:cubicBezTo>
                        <a:pt x="5600" y="4897"/>
                        <a:pt x="5635" y="4916"/>
                        <a:pt x="5615" y="4994"/>
                      </a:cubicBezTo>
                      <a:cubicBezTo>
                        <a:pt x="5753" y="4994"/>
                        <a:pt x="5558" y="5081"/>
                        <a:pt x="5558" y="5093"/>
                      </a:cubicBezTo>
                      <a:cubicBezTo>
                        <a:pt x="5479" y="5093"/>
                        <a:pt x="5425" y="5125"/>
                        <a:pt x="5332" y="5110"/>
                      </a:cubicBezTo>
                      <a:cubicBezTo>
                        <a:pt x="5217" y="5092"/>
                        <a:pt x="5097" y="5071"/>
                        <a:pt x="4988" y="5035"/>
                      </a:cubicBezTo>
                      <a:cubicBezTo>
                        <a:pt x="4894" y="5003"/>
                        <a:pt x="4911" y="4952"/>
                        <a:pt x="4878" y="4952"/>
                      </a:cubicBezTo>
                      <a:cubicBezTo>
                        <a:pt x="4752" y="4742"/>
                        <a:pt x="5063" y="4867"/>
                        <a:pt x="5063" y="4881"/>
                      </a:cubicBezTo>
                      <a:cubicBezTo>
                        <a:pt x="5166" y="4881"/>
                        <a:pt x="5288" y="5015"/>
                        <a:pt x="5261" y="4796"/>
                      </a:cubicBezTo>
                      <a:cubicBezTo>
                        <a:pt x="5298" y="4805"/>
                        <a:pt x="5336" y="4810"/>
                        <a:pt x="5374" y="4810"/>
                      </a:cubicBezTo>
                      <a:cubicBezTo>
                        <a:pt x="5350" y="4712"/>
                        <a:pt x="5239" y="4762"/>
                        <a:pt x="5162" y="4767"/>
                      </a:cubicBezTo>
                      <a:cubicBezTo>
                        <a:pt x="5163" y="4707"/>
                        <a:pt x="5079" y="4569"/>
                        <a:pt x="5063" y="4569"/>
                      </a:cubicBezTo>
                      <a:cubicBezTo>
                        <a:pt x="5028" y="4464"/>
                        <a:pt x="5048" y="4459"/>
                        <a:pt x="5048" y="4370"/>
                      </a:cubicBezTo>
                      <a:cubicBezTo>
                        <a:pt x="5024" y="4377"/>
                        <a:pt x="4882" y="4473"/>
                        <a:pt x="4869" y="4443"/>
                      </a:cubicBezTo>
                      <a:cubicBezTo>
                        <a:pt x="6424" y="2990"/>
                        <a:pt x="8510" y="2099"/>
                        <a:pt x="10800" y="2099"/>
                      </a:cubicBezTo>
                      <a:cubicBezTo>
                        <a:pt x="13466" y="2099"/>
                        <a:pt x="15854" y="3307"/>
                        <a:pt x="17450" y="5201"/>
                      </a:cubicBezTo>
                      <a:cubicBezTo>
                        <a:pt x="17399" y="5342"/>
                        <a:pt x="17273" y="5227"/>
                        <a:pt x="17214" y="5335"/>
                      </a:cubicBezTo>
                      <a:cubicBezTo>
                        <a:pt x="17198" y="5335"/>
                        <a:pt x="17155" y="5462"/>
                        <a:pt x="17242" y="5462"/>
                      </a:cubicBezTo>
                      <a:cubicBezTo>
                        <a:pt x="17214" y="5576"/>
                        <a:pt x="17100" y="5560"/>
                        <a:pt x="17100" y="5462"/>
                      </a:cubicBezTo>
                      <a:cubicBezTo>
                        <a:pt x="17021" y="5462"/>
                        <a:pt x="16975" y="5549"/>
                        <a:pt x="16860" y="5547"/>
                      </a:cubicBezTo>
                      <a:cubicBezTo>
                        <a:pt x="16874" y="5475"/>
                        <a:pt x="16729" y="5264"/>
                        <a:pt x="16647" y="5264"/>
                      </a:cubicBezTo>
                      <a:cubicBezTo>
                        <a:pt x="16673" y="5212"/>
                        <a:pt x="16647" y="5259"/>
                        <a:pt x="16647" y="5207"/>
                      </a:cubicBezTo>
                      <a:cubicBezTo>
                        <a:pt x="16883" y="5207"/>
                        <a:pt x="17132" y="5165"/>
                        <a:pt x="17313" y="5165"/>
                      </a:cubicBezTo>
                      <a:cubicBezTo>
                        <a:pt x="17313" y="5035"/>
                        <a:pt x="16928" y="4871"/>
                        <a:pt x="16834" y="4921"/>
                      </a:cubicBezTo>
                      <a:cubicBezTo>
                        <a:pt x="16779" y="4951"/>
                        <a:pt x="16610" y="4867"/>
                        <a:pt x="16534" y="4867"/>
                      </a:cubicBezTo>
                      <a:cubicBezTo>
                        <a:pt x="16534" y="4811"/>
                        <a:pt x="16056" y="4812"/>
                        <a:pt x="15981" y="4810"/>
                      </a:cubicBezTo>
                      <a:cubicBezTo>
                        <a:pt x="15981" y="4715"/>
                        <a:pt x="15220" y="4925"/>
                        <a:pt x="15151" y="4930"/>
                      </a:cubicBezTo>
                      <a:cubicBezTo>
                        <a:pt x="14989" y="4943"/>
                        <a:pt x="14920" y="5039"/>
                        <a:pt x="14790" y="5150"/>
                      </a:cubicBezTo>
                      <a:cubicBezTo>
                        <a:pt x="14790" y="5149"/>
                        <a:pt x="14400" y="5476"/>
                        <a:pt x="14592" y="5476"/>
                      </a:cubicBezTo>
                      <a:cubicBezTo>
                        <a:pt x="14567" y="5700"/>
                        <a:pt x="13982" y="5675"/>
                        <a:pt x="13982" y="5817"/>
                      </a:cubicBezTo>
                      <a:cubicBezTo>
                        <a:pt x="13955" y="5824"/>
                        <a:pt x="13783" y="5780"/>
                        <a:pt x="13868" y="5929"/>
                      </a:cubicBezTo>
                      <a:cubicBezTo>
                        <a:pt x="13854" y="5929"/>
                        <a:pt x="14001" y="6095"/>
                        <a:pt x="14011" y="6114"/>
                      </a:cubicBezTo>
                      <a:cubicBezTo>
                        <a:pt x="14133" y="6114"/>
                        <a:pt x="14238" y="6170"/>
                        <a:pt x="14393" y="6170"/>
                      </a:cubicBezTo>
                      <a:cubicBezTo>
                        <a:pt x="14410" y="6137"/>
                        <a:pt x="14478" y="6120"/>
                        <a:pt x="14521" y="6114"/>
                      </a:cubicBezTo>
                      <a:cubicBezTo>
                        <a:pt x="14528" y="6201"/>
                        <a:pt x="14597" y="6383"/>
                        <a:pt x="14649" y="6383"/>
                      </a:cubicBezTo>
                      <a:cubicBezTo>
                        <a:pt x="14649" y="6464"/>
                        <a:pt x="14690" y="6592"/>
                        <a:pt x="14535" y="6511"/>
                      </a:cubicBezTo>
                      <a:cubicBezTo>
                        <a:pt x="14513" y="6494"/>
                        <a:pt x="14508" y="6379"/>
                        <a:pt x="14502" y="6337"/>
                      </a:cubicBezTo>
                      <a:cubicBezTo>
                        <a:pt x="14486" y="6228"/>
                        <a:pt x="14370" y="6386"/>
                        <a:pt x="14266" y="6369"/>
                      </a:cubicBezTo>
                      <a:cubicBezTo>
                        <a:pt x="14266" y="6449"/>
                        <a:pt x="14250" y="6666"/>
                        <a:pt x="14336" y="6695"/>
                      </a:cubicBezTo>
                      <a:cubicBezTo>
                        <a:pt x="14297" y="6813"/>
                        <a:pt x="14137" y="6732"/>
                        <a:pt x="14068" y="6837"/>
                      </a:cubicBezTo>
                      <a:cubicBezTo>
                        <a:pt x="14009" y="6837"/>
                        <a:pt x="13912" y="7011"/>
                        <a:pt x="13912" y="6893"/>
                      </a:cubicBezTo>
                      <a:cubicBezTo>
                        <a:pt x="13820" y="6954"/>
                        <a:pt x="13920" y="7118"/>
                        <a:pt x="13742" y="7021"/>
                      </a:cubicBezTo>
                      <a:cubicBezTo>
                        <a:pt x="13735" y="7060"/>
                        <a:pt x="13738" y="7113"/>
                        <a:pt x="13727" y="7177"/>
                      </a:cubicBezTo>
                      <a:cubicBezTo>
                        <a:pt x="13840" y="7177"/>
                        <a:pt x="13706" y="7262"/>
                        <a:pt x="13671" y="7262"/>
                      </a:cubicBezTo>
                      <a:cubicBezTo>
                        <a:pt x="13671" y="7386"/>
                        <a:pt x="13544" y="7255"/>
                        <a:pt x="13515" y="7234"/>
                      </a:cubicBezTo>
                      <a:cubicBezTo>
                        <a:pt x="13512" y="7240"/>
                        <a:pt x="13508" y="7245"/>
                        <a:pt x="13500" y="7247"/>
                      </a:cubicBezTo>
                      <a:cubicBezTo>
                        <a:pt x="13607" y="7428"/>
                        <a:pt x="13337" y="7343"/>
                        <a:pt x="13263" y="7302"/>
                      </a:cubicBezTo>
                      <a:cubicBezTo>
                        <a:pt x="13176" y="7253"/>
                        <a:pt x="13299" y="7384"/>
                        <a:pt x="13358" y="7404"/>
                      </a:cubicBezTo>
                      <a:cubicBezTo>
                        <a:pt x="13358" y="7492"/>
                        <a:pt x="13655" y="7652"/>
                        <a:pt x="13486" y="7829"/>
                      </a:cubicBezTo>
                      <a:cubicBezTo>
                        <a:pt x="13486" y="7881"/>
                        <a:pt x="13491" y="7886"/>
                        <a:pt x="13543" y="7886"/>
                      </a:cubicBezTo>
                      <a:cubicBezTo>
                        <a:pt x="13543" y="8010"/>
                        <a:pt x="13390" y="7988"/>
                        <a:pt x="13302" y="7971"/>
                      </a:cubicBezTo>
                      <a:cubicBezTo>
                        <a:pt x="13340" y="7898"/>
                        <a:pt x="13312" y="7860"/>
                        <a:pt x="13217" y="7857"/>
                      </a:cubicBezTo>
                      <a:cubicBezTo>
                        <a:pt x="13217" y="7966"/>
                        <a:pt x="12989" y="7906"/>
                        <a:pt x="12891" y="7942"/>
                      </a:cubicBezTo>
                      <a:cubicBezTo>
                        <a:pt x="12873" y="7906"/>
                        <a:pt x="12866" y="7895"/>
                        <a:pt x="12834" y="7886"/>
                      </a:cubicBezTo>
                      <a:cubicBezTo>
                        <a:pt x="12807" y="7951"/>
                        <a:pt x="12764" y="8396"/>
                        <a:pt x="12778" y="8396"/>
                      </a:cubicBezTo>
                      <a:cubicBezTo>
                        <a:pt x="12778" y="8571"/>
                        <a:pt x="12916" y="8683"/>
                        <a:pt x="13075" y="8736"/>
                      </a:cubicBezTo>
                      <a:cubicBezTo>
                        <a:pt x="13075" y="8692"/>
                        <a:pt x="13445" y="8720"/>
                        <a:pt x="13460" y="8660"/>
                      </a:cubicBezTo>
                      <a:cubicBezTo>
                        <a:pt x="13491" y="8540"/>
                        <a:pt x="13592" y="8537"/>
                        <a:pt x="13614" y="8410"/>
                      </a:cubicBezTo>
                      <a:cubicBezTo>
                        <a:pt x="13624" y="8351"/>
                        <a:pt x="13808" y="7901"/>
                        <a:pt x="13813" y="7900"/>
                      </a:cubicBezTo>
                      <a:cubicBezTo>
                        <a:pt x="13813" y="7883"/>
                        <a:pt x="14150" y="7991"/>
                        <a:pt x="14209" y="7871"/>
                      </a:cubicBezTo>
                      <a:cubicBezTo>
                        <a:pt x="14239" y="7871"/>
                        <a:pt x="14316" y="7844"/>
                        <a:pt x="14336" y="7815"/>
                      </a:cubicBezTo>
                      <a:cubicBezTo>
                        <a:pt x="14446" y="7829"/>
                        <a:pt x="14471" y="8027"/>
                        <a:pt x="14535" y="8027"/>
                      </a:cubicBezTo>
                      <a:cubicBezTo>
                        <a:pt x="14613" y="8144"/>
                        <a:pt x="14798" y="8114"/>
                        <a:pt x="14861" y="8240"/>
                      </a:cubicBezTo>
                      <a:cubicBezTo>
                        <a:pt x="14953" y="8240"/>
                        <a:pt x="14960" y="8478"/>
                        <a:pt x="14960" y="8566"/>
                      </a:cubicBezTo>
                      <a:cubicBezTo>
                        <a:pt x="15066" y="8486"/>
                        <a:pt x="15079" y="8416"/>
                        <a:pt x="15055" y="8335"/>
                      </a:cubicBezTo>
                      <a:cubicBezTo>
                        <a:pt x="15013" y="8194"/>
                        <a:pt x="15167" y="8362"/>
                        <a:pt x="15215" y="8297"/>
                      </a:cubicBezTo>
                      <a:cubicBezTo>
                        <a:pt x="15148" y="8297"/>
                        <a:pt x="15163" y="8166"/>
                        <a:pt x="15031" y="8198"/>
                      </a:cubicBezTo>
                      <a:cubicBezTo>
                        <a:pt x="15022" y="8161"/>
                        <a:pt x="15017" y="8123"/>
                        <a:pt x="15017" y="8084"/>
                      </a:cubicBezTo>
                      <a:cubicBezTo>
                        <a:pt x="14837" y="8114"/>
                        <a:pt x="14852" y="7842"/>
                        <a:pt x="14705" y="7872"/>
                      </a:cubicBezTo>
                      <a:cubicBezTo>
                        <a:pt x="14688" y="7805"/>
                        <a:pt x="14604" y="7784"/>
                        <a:pt x="14650" y="7702"/>
                      </a:cubicBezTo>
                      <a:cubicBezTo>
                        <a:pt x="14722" y="7572"/>
                        <a:pt x="14958" y="7957"/>
                        <a:pt x="15059" y="7957"/>
                      </a:cubicBezTo>
                      <a:cubicBezTo>
                        <a:pt x="15083" y="8004"/>
                        <a:pt x="15243" y="8020"/>
                        <a:pt x="15243" y="8056"/>
                      </a:cubicBezTo>
                      <a:cubicBezTo>
                        <a:pt x="15327" y="8084"/>
                        <a:pt x="15286" y="8221"/>
                        <a:pt x="15286" y="8297"/>
                      </a:cubicBezTo>
                      <a:cubicBezTo>
                        <a:pt x="15365" y="8297"/>
                        <a:pt x="15338" y="8340"/>
                        <a:pt x="15371" y="8396"/>
                      </a:cubicBezTo>
                      <a:cubicBezTo>
                        <a:pt x="15484" y="8453"/>
                        <a:pt x="15420" y="8667"/>
                        <a:pt x="15612" y="8708"/>
                      </a:cubicBezTo>
                      <a:cubicBezTo>
                        <a:pt x="15612" y="8636"/>
                        <a:pt x="15796" y="8495"/>
                        <a:pt x="15683" y="8495"/>
                      </a:cubicBezTo>
                      <a:cubicBezTo>
                        <a:pt x="15692" y="8437"/>
                        <a:pt x="15559" y="8180"/>
                        <a:pt x="15744" y="8216"/>
                      </a:cubicBezTo>
                      <a:cubicBezTo>
                        <a:pt x="15810" y="8229"/>
                        <a:pt x="15917" y="8234"/>
                        <a:pt x="15938" y="8313"/>
                      </a:cubicBezTo>
                      <a:cubicBezTo>
                        <a:pt x="15977" y="8469"/>
                        <a:pt x="15944" y="8555"/>
                        <a:pt x="16066" y="8665"/>
                      </a:cubicBezTo>
                      <a:cubicBezTo>
                        <a:pt x="16142" y="8819"/>
                        <a:pt x="16411" y="8648"/>
                        <a:pt x="16448" y="8722"/>
                      </a:cubicBezTo>
                      <a:cubicBezTo>
                        <a:pt x="16474" y="8722"/>
                        <a:pt x="16646" y="8794"/>
                        <a:pt x="16646" y="8736"/>
                      </a:cubicBezTo>
                      <a:cubicBezTo>
                        <a:pt x="16724" y="8711"/>
                        <a:pt x="16747" y="8694"/>
                        <a:pt x="16845" y="8694"/>
                      </a:cubicBezTo>
                      <a:cubicBezTo>
                        <a:pt x="16845" y="8792"/>
                        <a:pt x="16810" y="8918"/>
                        <a:pt x="16792" y="9001"/>
                      </a:cubicBezTo>
                      <a:cubicBezTo>
                        <a:pt x="16778" y="9068"/>
                        <a:pt x="16710" y="9131"/>
                        <a:pt x="16732" y="9218"/>
                      </a:cubicBezTo>
                      <a:cubicBezTo>
                        <a:pt x="16667" y="9218"/>
                        <a:pt x="16677" y="9303"/>
                        <a:pt x="16746" y="9303"/>
                      </a:cubicBezTo>
                      <a:cubicBezTo>
                        <a:pt x="16746" y="9434"/>
                        <a:pt x="16592" y="9413"/>
                        <a:pt x="16490" y="9402"/>
                      </a:cubicBezTo>
                      <a:cubicBezTo>
                        <a:pt x="16519" y="9500"/>
                        <a:pt x="16689" y="9710"/>
                        <a:pt x="16760" y="9757"/>
                      </a:cubicBezTo>
                      <a:cubicBezTo>
                        <a:pt x="16789" y="9843"/>
                        <a:pt x="16860" y="9994"/>
                        <a:pt x="16930" y="10040"/>
                      </a:cubicBezTo>
                      <a:cubicBezTo>
                        <a:pt x="16941" y="10105"/>
                        <a:pt x="17007" y="10284"/>
                        <a:pt x="17058" y="10309"/>
                      </a:cubicBezTo>
                      <a:cubicBezTo>
                        <a:pt x="17058" y="10407"/>
                        <a:pt x="17393" y="11032"/>
                        <a:pt x="17313" y="11032"/>
                      </a:cubicBezTo>
                      <a:cubicBezTo>
                        <a:pt x="17344" y="11084"/>
                        <a:pt x="17379" y="11107"/>
                        <a:pt x="17369" y="11160"/>
                      </a:cubicBezTo>
                      <a:cubicBezTo>
                        <a:pt x="17496" y="11160"/>
                        <a:pt x="17446" y="11471"/>
                        <a:pt x="17709" y="11471"/>
                      </a:cubicBezTo>
                      <a:cubicBezTo>
                        <a:pt x="17728" y="11433"/>
                        <a:pt x="17941" y="11358"/>
                        <a:pt x="17993" y="11358"/>
                      </a:cubicBezTo>
                      <a:cubicBezTo>
                        <a:pt x="18041" y="11263"/>
                        <a:pt x="18301" y="11188"/>
                        <a:pt x="18375" y="11188"/>
                      </a:cubicBezTo>
                      <a:cubicBezTo>
                        <a:pt x="18350" y="11111"/>
                        <a:pt x="18772" y="10928"/>
                        <a:pt x="18772" y="10890"/>
                      </a:cubicBezTo>
                      <a:cubicBezTo>
                        <a:pt x="18825" y="10871"/>
                        <a:pt x="18871" y="10761"/>
                        <a:pt x="18871" y="10699"/>
                      </a:cubicBezTo>
                      <a:cubicBezTo>
                        <a:pt x="18871" y="10603"/>
                        <a:pt x="18942" y="10596"/>
                        <a:pt x="18942" y="10522"/>
                      </a:cubicBezTo>
                      <a:cubicBezTo>
                        <a:pt x="19056" y="10446"/>
                        <a:pt x="19083" y="10254"/>
                        <a:pt x="18928" y="10210"/>
                      </a:cubicBezTo>
                      <a:cubicBezTo>
                        <a:pt x="18955" y="10373"/>
                        <a:pt x="18814" y="10287"/>
                        <a:pt x="18834" y="10243"/>
                      </a:cubicBezTo>
                      <a:cubicBezTo>
                        <a:pt x="18865" y="10178"/>
                        <a:pt x="18819" y="10152"/>
                        <a:pt x="18772" y="10097"/>
                      </a:cubicBezTo>
                      <a:cubicBezTo>
                        <a:pt x="18718" y="10070"/>
                        <a:pt x="18783" y="10009"/>
                        <a:pt x="18729" y="9969"/>
                      </a:cubicBezTo>
                      <a:cubicBezTo>
                        <a:pt x="18658" y="10146"/>
                        <a:pt x="18520" y="10224"/>
                        <a:pt x="18375" y="10224"/>
                      </a:cubicBezTo>
                      <a:cubicBezTo>
                        <a:pt x="18334" y="10107"/>
                        <a:pt x="18463" y="10258"/>
                        <a:pt x="18358" y="10097"/>
                      </a:cubicBezTo>
                      <a:cubicBezTo>
                        <a:pt x="18327" y="10050"/>
                        <a:pt x="18318" y="9998"/>
                        <a:pt x="18332" y="9941"/>
                      </a:cubicBezTo>
                      <a:cubicBezTo>
                        <a:pt x="18314" y="9941"/>
                        <a:pt x="18317" y="9936"/>
                        <a:pt x="18304" y="9926"/>
                      </a:cubicBezTo>
                      <a:cubicBezTo>
                        <a:pt x="18279" y="10077"/>
                        <a:pt x="18295" y="10097"/>
                        <a:pt x="18190" y="10097"/>
                      </a:cubicBezTo>
                      <a:cubicBezTo>
                        <a:pt x="18172" y="10045"/>
                        <a:pt x="18273" y="10019"/>
                        <a:pt x="18191" y="9939"/>
                      </a:cubicBezTo>
                      <a:cubicBezTo>
                        <a:pt x="18158" y="9908"/>
                        <a:pt x="18134" y="9823"/>
                        <a:pt x="18134" y="9785"/>
                      </a:cubicBezTo>
                      <a:cubicBezTo>
                        <a:pt x="18088" y="9754"/>
                        <a:pt x="17978" y="9575"/>
                        <a:pt x="18005" y="9526"/>
                      </a:cubicBezTo>
                      <a:cubicBezTo>
                        <a:pt x="18105" y="9345"/>
                        <a:pt x="18341" y="9758"/>
                        <a:pt x="18318" y="9827"/>
                      </a:cubicBezTo>
                      <a:cubicBezTo>
                        <a:pt x="18332" y="9822"/>
                        <a:pt x="18336" y="9827"/>
                        <a:pt x="18332" y="9841"/>
                      </a:cubicBezTo>
                      <a:cubicBezTo>
                        <a:pt x="18615" y="9756"/>
                        <a:pt x="18856" y="10026"/>
                        <a:pt x="19140" y="10026"/>
                      </a:cubicBezTo>
                      <a:cubicBezTo>
                        <a:pt x="19191" y="10047"/>
                        <a:pt x="19347" y="10079"/>
                        <a:pt x="19465" y="10072"/>
                      </a:cubicBezTo>
                      <a:cubicBezTo>
                        <a:pt x="19485" y="10312"/>
                        <a:pt x="19498" y="10554"/>
                        <a:pt x="19498" y="10799"/>
                      </a:cubicBezTo>
                      <a:cubicBezTo>
                        <a:pt x="19500" y="12687"/>
                        <a:pt x="18894" y="14433"/>
                        <a:pt x="17869" y="15860"/>
                      </a:cubicBezTo>
                      <a:close/>
                      <a:moveTo>
                        <a:pt x="16109" y="8099"/>
                      </a:moveTo>
                      <a:cubicBezTo>
                        <a:pt x="16087" y="7865"/>
                        <a:pt x="16229" y="7741"/>
                        <a:pt x="16321" y="7532"/>
                      </a:cubicBezTo>
                      <a:cubicBezTo>
                        <a:pt x="16482" y="7516"/>
                        <a:pt x="16539" y="7556"/>
                        <a:pt x="16534" y="7702"/>
                      </a:cubicBezTo>
                      <a:cubicBezTo>
                        <a:pt x="16648" y="7702"/>
                        <a:pt x="16556" y="7834"/>
                        <a:pt x="16708" y="7776"/>
                      </a:cubicBezTo>
                      <a:cubicBezTo>
                        <a:pt x="16745" y="7724"/>
                        <a:pt x="16796" y="7709"/>
                        <a:pt x="16860" y="7731"/>
                      </a:cubicBezTo>
                      <a:cubicBezTo>
                        <a:pt x="16959" y="7731"/>
                        <a:pt x="16986" y="7787"/>
                        <a:pt x="17059" y="7787"/>
                      </a:cubicBezTo>
                      <a:cubicBezTo>
                        <a:pt x="17129" y="7929"/>
                        <a:pt x="17351" y="7886"/>
                        <a:pt x="17342" y="8142"/>
                      </a:cubicBezTo>
                      <a:cubicBezTo>
                        <a:pt x="17504" y="8142"/>
                        <a:pt x="17200" y="8306"/>
                        <a:pt x="17200" y="8269"/>
                      </a:cubicBezTo>
                      <a:cubicBezTo>
                        <a:pt x="17019" y="8321"/>
                        <a:pt x="16979" y="8142"/>
                        <a:pt x="16902" y="8142"/>
                      </a:cubicBezTo>
                      <a:cubicBezTo>
                        <a:pt x="16902" y="8309"/>
                        <a:pt x="16808" y="8113"/>
                        <a:pt x="16789" y="8113"/>
                      </a:cubicBezTo>
                      <a:cubicBezTo>
                        <a:pt x="16789" y="8170"/>
                        <a:pt x="16242" y="8203"/>
                        <a:pt x="16151" y="8198"/>
                      </a:cubicBezTo>
                      <a:cubicBezTo>
                        <a:pt x="16164" y="8130"/>
                        <a:pt x="16176" y="8115"/>
                        <a:pt x="16109" y="8099"/>
                      </a:cubicBezTo>
                      <a:close/>
                      <a:moveTo>
                        <a:pt x="16109" y="8099"/>
                      </a:moveTo>
                    </a:path>
                  </a:pathLst>
                </a:custGeom>
                <a:solidFill>
                  <a:schemeClr val="accent3"/>
                </a:solidFill>
                <a:ln>
                  <a:noFill/>
                </a:ln>
              </p:spPr>
              <p:txBody>
                <a:bodyPr anchor="ctr"/>
                <a:lstStyle/>
                <a:p>
                  <a:pPr algn="ctr"/>
                  <a:endParaRPr b="1">
                    <a:solidFill>
                      <a:schemeClr val="bg1"/>
                    </a:solidFill>
                    <a:latin typeface="+mn-ea"/>
                  </a:endParaRPr>
                </a:p>
              </p:txBody>
            </p:sp>
            <p:sp>
              <p:nvSpPr>
                <p:cNvPr id="29" name="ïšļïḓê"/>
                <p:cNvSpPr/>
                <p:nvPr/>
              </p:nvSpPr>
              <p:spPr bwMode="auto">
                <a:xfrm>
                  <a:off x="304" y="144"/>
                  <a:ext cx="22" cy="7"/>
                </a:xfrm>
                <a:custGeom>
                  <a:avLst/>
                  <a:gdLst>
                    <a:gd name="T0" fmla="*/ 0 w 20542"/>
                    <a:gd name="T1" fmla="*/ 0 h 17263"/>
                    <a:gd name="T2" fmla="*/ 0 w 20542"/>
                    <a:gd name="T3" fmla="*/ 0 h 17263"/>
                    <a:gd name="T4" fmla="*/ 0 w 20542"/>
                    <a:gd name="T5" fmla="*/ 0 h 17263"/>
                    <a:gd name="T6" fmla="*/ 0 w 20542"/>
                    <a:gd name="T7" fmla="*/ 0 h 17263"/>
                    <a:gd name="T8" fmla="*/ 0 w 20542"/>
                    <a:gd name="T9" fmla="*/ 0 h 17263"/>
                    <a:gd name="T10" fmla="*/ 0 w 20542"/>
                    <a:gd name="T11" fmla="*/ 0 h 17263"/>
                    <a:gd name="T12" fmla="*/ 0 w 20542"/>
                    <a:gd name="T13" fmla="*/ 0 h 17263"/>
                    <a:gd name="T14" fmla="*/ 0 w 20542"/>
                    <a:gd name="T15" fmla="*/ 0 h 17263"/>
                    <a:gd name="T16" fmla="*/ 0 w 20542"/>
                    <a:gd name="T17" fmla="*/ 0 h 17263"/>
                    <a:gd name="T18" fmla="*/ 0 w 20542"/>
                    <a:gd name="T19" fmla="*/ 0 h 17263"/>
                    <a:gd name="T20" fmla="*/ 0 w 20542"/>
                    <a:gd name="T21" fmla="*/ 0 h 17263"/>
                    <a:gd name="T22" fmla="*/ 0 w 20542"/>
                    <a:gd name="T23" fmla="*/ 0 h 17263"/>
                    <a:gd name="T24" fmla="*/ 0 w 20542"/>
                    <a:gd name="T25" fmla="*/ 0 h 1726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0542" h="17263">
                      <a:moveTo>
                        <a:pt x="19936" y="4186"/>
                      </a:moveTo>
                      <a:cubicBezTo>
                        <a:pt x="18293" y="6058"/>
                        <a:pt x="18766" y="9572"/>
                        <a:pt x="16483" y="7506"/>
                      </a:cubicBezTo>
                      <a:cubicBezTo>
                        <a:pt x="16483" y="-3197"/>
                        <a:pt x="15350" y="3479"/>
                        <a:pt x="11192" y="4910"/>
                      </a:cubicBezTo>
                      <a:cubicBezTo>
                        <a:pt x="10429" y="5139"/>
                        <a:pt x="5153" y="9537"/>
                        <a:pt x="5153" y="7506"/>
                      </a:cubicBezTo>
                      <a:cubicBezTo>
                        <a:pt x="5095" y="7506"/>
                        <a:pt x="5320" y="3196"/>
                        <a:pt x="5153" y="1660"/>
                      </a:cubicBezTo>
                      <a:cubicBezTo>
                        <a:pt x="4048" y="936"/>
                        <a:pt x="4819" y="1660"/>
                        <a:pt x="4819" y="0"/>
                      </a:cubicBezTo>
                      <a:cubicBezTo>
                        <a:pt x="4281" y="0"/>
                        <a:pt x="349" y="4186"/>
                        <a:pt x="349" y="4186"/>
                      </a:cubicBezTo>
                      <a:cubicBezTo>
                        <a:pt x="3714" y="4186"/>
                        <a:pt x="0" y="10915"/>
                        <a:pt x="0" y="13316"/>
                      </a:cubicBezTo>
                      <a:cubicBezTo>
                        <a:pt x="2602" y="14058"/>
                        <a:pt x="4339" y="16655"/>
                        <a:pt x="6519" y="16655"/>
                      </a:cubicBezTo>
                      <a:cubicBezTo>
                        <a:pt x="6519" y="18403"/>
                        <a:pt x="12450" y="15824"/>
                        <a:pt x="13235" y="15824"/>
                      </a:cubicBezTo>
                      <a:cubicBezTo>
                        <a:pt x="15778" y="15824"/>
                        <a:pt x="17406" y="14729"/>
                        <a:pt x="19412" y="11621"/>
                      </a:cubicBezTo>
                      <a:cubicBezTo>
                        <a:pt x="21600" y="8265"/>
                        <a:pt x="19936" y="8530"/>
                        <a:pt x="19936" y="4186"/>
                      </a:cubicBezTo>
                      <a:close/>
                      <a:moveTo>
                        <a:pt x="19936" y="4186"/>
                      </a:moveTo>
                    </a:path>
                  </a:pathLst>
                </a:custGeom>
                <a:grpFill/>
                <a:ln>
                  <a:noFill/>
                </a:ln>
              </p:spPr>
              <p:txBody>
                <a:bodyPr anchor="ctr"/>
                <a:lstStyle/>
                <a:p>
                  <a:pPr algn="ctr"/>
                  <a:endParaRPr b="1">
                    <a:solidFill>
                      <a:schemeClr val="bg1"/>
                    </a:solidFill>
                    <a:latin typeface="+mn-ea"/>
                  </a:endParaRPr>
                </a:p>
              </p:txBody>
            </p:sp>
            <p:sp>
              <p:nvSpPr>
                <p:cNvPr id="30" name="îṧḷîďe"/>
                <p:cNvSpPr/>
                <p:nvPr/>
              </p:nvSpPr>
              <p:spPr bwMode="auto">
                <a:xfrm>
                  <a:off x="352" y="168"/>
                  <a:ext cx="18" cy="23"/>
                </a:xfrm>
                <a:custGeom>
                  <a:avLst/>
                  <a:gdLst>
                    <a:gd name="T0" fmla="*/ 0 w 20330"/>
                    <a:gd name="T1" fmla="*/ 0 h 21462"/>
                    <a:gd name="T2" fmla="*/ 0 w 20330"/>
                    <a:gd name="T3" fmla="*/ 0 h 21462"/>
                    <a:gd name="T4" fmla="*/ 0 w 20330"/>
                    <a:gd name="T5" fmla="*/ 0 h 21462"/>
                    <a:gd name="T6" fmla="*/ 0 w 20330"/>
                    <a:gd name="T7" fmla="*/ 0 h 21462"/>
                    <a:gd name="T8" fmla="*/ 0 w 20330"/>
                    <a:gd name="T9" fmla="*/ 0 h 21462"/>
                    <a:gd name="T10" fmla="*/ 0 w 20330"/>
                    <a:gd name="T11" fmla="*/ 0 h 21462"/>
                    <a:gd name="T12" fmla="*/ 0 w 20330"/>
                    <a:gd name="T13" fmla="*/ 0 h 21462"/>
                    <a:gd name="T14" fmla="*/ 0 w 20330"/>
                    <a:gd name="T15" fmla="*/ 0 h 21462"/>
                    <a:gd name="T16" fmla="*/ 0 w 20330"/>
                    <a:gd name="T17" fmla="*/ 0 h 21462"/>
                    <a:gd name="T18" fmla="*/ 0 w 20330"/>
                    <a:gd name="T19" fmla="*/ 0 h 21462"/>
                    <a:gd name="T20" fmla="*/ 0 w 20330"/>
                    <a:gd name="T21" fmla="*/ 0 h 21462"/>
                    <a:gd name="T22" fmla="*/ 0 w 20330"/>
                    <a:gd name="T23" fmla="*/ 0 h 21462"/>
                    <a:gd name="T24" fmla="*/ 0 w 20330"/>
                    <a:gd name="T25" fmla="*/ 0 h 21462"/>
                    <a:gd name="T26" fmla="*/ 0 w 20330"/>
                    <a:gd name="T27" fmla="*/ 0 h 21462"/>
                    <a:gd name="T28" fmla="*/ 0 w 20330"/>
                    <a:gd name="T29" fmla="*/ 0 h 21462"/>
                    <a:gd name="T30" fmla="*/ 0 w 20330"/>
                    <a:gd name="T31" fmla="*/ 0 h 21462"/>
                    <a:gd name="T32" fmla="*/ 0 w 20330"/>
                    <a:gd name="T33" fmla="*/ 0 h 2146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0330" h="21462">
                      <a:moveTo>
                        <a:pt x="1685" y="9330"/>
                      </a:moveTo>
                      <a:cubicBezTo>
                        <a:pt x="5927" y="9330"/>
                        <a:pt x="6974" y="10452"/>
                        <a:pt x="7227" y="14183"/>
                      </a:cubicBezTo>
                      <a:cubicBezTo>
                        <a:pt x="12255" y="15539"/>
                        <a:pt x="3833" y="15223"/>
                        <a:pt x="3391" y="15223"/>
                      </a:cubicBezTo>
                      <a:cubicBezTo>
                        <a:pt x="3319" y="16960"/>
                        <a:pt x="268" y="20457"/>
                        <a:pt x="4176" y="19489"/>
                      </a:cubicBezTo>
                      <a:cubicBezTo>
                        <a:pt x="7019" y="18785"/>
                        <a:pt x="7633" y="18947"/>
                        <a:pt x="7651" y="21461"/>
                      </a:cubicBezTo>
                      <a:cubicBezTo>
                        <a:pt x="11424" y="21461"/>
                        <a:pt x="16723" y="21600"/>
                        <a:pt x="18745" y="18346"/>
                      </a:cubicBezTo>
                      <a:cubicBezTo>
                        <a:pt x="20776" y="18346"/>
                        <a:pt x="20938" y="16755"/>
                        <a:pt x="18745" y="16264"/>
                      </a:cubicBezTo>
                      <a:cubicBezTo>
                        <a:pt x="18745" y="18089"/>
                        <a:pt x="18853" y="18001"/>
                        <a:pt x="16605" y="18001"/>
                      </a:cubicBezTo>
                      <a:cubicBezTo>
                        <a:pt x="17427" y="14256"/>
                        <a:pt x="16840" y="11075"/>
                        <a:pt x="12769" y="11075"/>
                      </a:cubicBezTo>
                      <a:cubicBezTo>
                        <a:pt x="13428" y="9477"/>
                        <a:pt x="11731" y="8238"/>
                        <a:pt x="10079" y="7183"/>
                      </a:cubicBezTo>
                      <a:cubicBezTo>
                        <a:pt x="6965" y="5197"/>
                        <a:pt x="10152" y="4742"/>
                        <a:pt x="10639" y="2419"/>
                      </a:cubicBezTo>
                      <a:cubicBezTo>
                        <a:pt x="8337" y="2880"/>
                        <a:pt x="8274" y="4471"/>
                        <a:pt x="5097" y="4500"/>
                      </a:cubicBezTo>
                      <a:cubicBezTo>
                        <a:pt x="5097" y="3951"/>
                        <a:pt x="5783" y="2265"/>
                        <a:pt x="5214" y="2082"/>
                      </a:cubicBezTo>
                      <a:cubicBezTo>
                        <a:pt x="5972" y="2074"/>
                        <a:pt x="8987" y="0"/>
                        <a:pt x="5530" y="0"/>
                      </a:cubicBezTo>
                      <a:cubicBezTo>
                        <a:pt x="4032" y="4486"/>
                        <a:pt x="-662" y="88"/>
                        <a:pt x="78" y="4200"/>
                      </a:cubicBezTo>
                      <a:cubicBezTo>
                        <a:pt x="593" y="6970"/>
                        <a:pt x="1685" y="6780"/>
                        <a:pt x="1685" y="9330"/>
                      </a:cubicBezTo>
                      <a:close/>
                      <a:moveTo>
                        <a:pt x="1685" y="9330"/>
                      </a:moveTo>
                    </a:path>
                  </a:pathLst>
                </a:custGeom>
                <a:grpFill/>
                <a:ln>
                  <a:noFill/>
                </a:ln>
              </p:spPr>
              <p:txBody>
                <a:bodyPr anchor="ctr"/>
                <a:lstStyle/>
                <a:p>
                  <a:pPr algn="ctr"/>
                  <a:endParaRPr b="1">
                    <a:solidFill>
                      <a:schemeClr val="bg1"/>
                    </a:solidFill>
                    <a:latin typeface="+mn-ea"/>
                  </a:endParaRPr>
                </a:p>
              </p:txBody>
            </p:sp>
            <p:sp>
              <p:nvSpPr>
                <p:cNvPr id="31" name="iṧḷiḋé"/>
                <p:cNvSpPr/>
                <p:nvPr/>
              </p:nvSpPr>
              <p:spPr bwMode="auto">
                <a:xfrm>
                  <a:off x="336" y="176"/>
                  <a:ext cx="9" cy="11"/>
                </a:xfrm>
                <a:custGeom>
                  <a:avLst/>
                  <a:gdLst>
                    <a:gd name="T0" fmla="*/ 0 w 15938"/>
                    <a:gd name="T1" fmla="*/ 0 h 19489"/>
                    <a:gd name="T2" fmla="*/ 0 w 15938"/>
                    <a:gd name="T3" fmla="*/ 0 h 19489"/>
                    <a:gd name="T4" fmla="*/ 0 w 15938"/>
                    <a:gd name="T5" fmla="*/ 0 h 19489"/>
                    <a:gd name="T6" fmla="*/ 0 w 15938"/>
                    <a:gd name="T7" fmla="*/ 0 h 19489"/>
                    <a:gd name="T8" fmla="*/ 0 w 15938"/>
                    <a:gd name="T9" fmla="*/ 0 h 19489"/>
                    <a:gd name="T10" fmla="*/ 0 w 15938"/>
                    <a:gd name="T11" fmla="*/ 0 h 19489"/>
                    <a:gd name="T12" fmla="*/ 0 w 15938"/>
                    <a:gd name="T13" fmla="*/ 0 h 19489"/>
                    <a:gd name="T14" fmla="*/ 0 w 15938"/>
                    <a:gd name="T15" fmla="*/ 0 h 1948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5938" h="19489">
                      <a:moveTo>
                        <a:pt x="1447" y="19489"/>
                      </a:moveTo>
                      <a:cubicBezTo>
                        <a:pt x="10460" y="19334"/>
                        <a:pt x="12771" y="13571"/>
                        <a:pt x="15260" y="5681"/>
                      </a:cubicBezTo>
                      <a:cubicBezTo>
                        <a:pt x="17711" y="-2111"/>
                        <a:pt x="12911" y="1905"/>
                        <a:pt x="10498" y="2201"/>
                      </a:cubicBezTo>
                      <a:cubicBezTo>
                        <a:pt x="8430" y="3342"/>
                        <a:pt x="6949" y="-1688"/>
                        <a:pt x="6043" y="608"/>
                      </a:cubicBezTo>
                      <a:cubicBezTo>
                        <a:pt x="5264" y="2567"/>
                        <a:pt x="6668" y="4864"/>
                        <a:pt x="8673" y="4864"/>
                      </a:cubicBezTo>
                      <a:cubicBezTo>
                        <a:pt x="8149" y="6540"/>
                        <a:pt x="-3889" y="8499"/>
                        <a:pt x="2047" y="10190"/>
                      </a:cubicBezTo>
                      <a:cubicBezTo>
                        <a:pt x="1320" y="14008"/>
                        <a:pt x="-1795" y="15896"/>
                        <a:pt x="1447" y="19489"/>
                      </a:cubicBezTo>
                      <a:close/>
                      <a:moveTo>
                        <a:pt x="1447" y="19489"/>
                      </a:moveTo>
                    </a:path>
                  </a:pathLst>
                </a:custGeom>
                <a:grpFill/>
                <a:ln>
                  <a:noFill/>
                </a:ln>
              </p:spPr>
              <p:txBody>
                <a:bodyPr anchor="ctr"/>
                <a:lstStyle/>
                <a:p>
                  <a:pPr algn="ctr"/>
                  <a:endParaRPr b="1">
                    <a:solidFill>
                      <a:schemeClr val="bg1"/>
                    </a:solidFill>
                    <a:latin typeface="+mn-ea"/>
                  </a:endParaRPr>
                </a:p>
              </p:txBody>
            </p:sp>
            <p:sp>
              <p:nvSpPr>
                <p:cNvPr id="32" name="ïsḻïdê"/>
                <p:cNvSpPr/>
                <p:nvPr/>
              </p:nvSpPr>
              <p:spPr bwMode="auto">
                <a:xfrm>
                  <a:off x="352" y="192"/>
                  <a:ext cx="2" cy="1"/>
                </a:xfrm>
                <a:custGeom>
                  <a:avLst/>
                  <a:gdLst>
                    <a:gd name="T0" fmla="*/ 0 w 21600"/>
                    <a:gd name="T1" fmla="*/ 0 h 13852"/>
                    <a:gd name="T2" fmla="*/ 0 w 21600"/>
                    <a:gd name="T3" fmla="*/ 0 h 13852"/>
                    <a:gd name="T4" fmla="*/ 0 w 21600"/>
                    <a:gd name="T5" fmla="*/ 0 h 13852"/>
                    <a:gd name="T6" fmla="*/ 0 w 21600"/>
                    <a:gd name="T7" fmla="*/ 0 h 13852"/>
                    <a:gd name="T8" fmla="*/ 0 w 21600"/>
                    <a:gd name="T9" fmla="*/ 0 h 1385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13852">
                      <a:moveTo>
                        <a:pt x="0" y="4834"/>
                      </a:moveTo>
                      <a:cubicBezTo>
                        <a:pt x="3511" y="21600"/>
                        <a:pt x="21600" y="12034"/>
                        <a:pt x="21600" y="0"/>
                      </a:cubicBezTo>
                      <a:cubicBezTo>
                        <a:pt x="15647" y="0"/>
                        <a:pt x="9617" y="0"/>
                        <a:pt x="3511" y="0"/>
                      </a:cubicBezTo>
                      <a:cubicBezTo>
                        <a:pt x="4732" y="4834"/>
                        <a:pt x="3435" y="6480"/>
                        <a:pt x="0" y="4834"/>
                      </a:cubicBezTo>
                      <a:close/>
                      <a:moveTo>
                        <a:pt x="0" y="4834"/>
                      </a:moveTo>
                    </a:path>
                  </a:pathLst>
                </a:custGeom>
                <a:grpFill/>
                <a:ln>
                  <a:noFill/>
                </a:ln>
              </p:spPr>
              <p:txBody>
                <a:bodyPr anchor="ctr"/>
                <a:lstStyle/>
                <a:p>
                  <a:pPr algn="ctr"/>
                  <a:endParaRPr b="1">
                    <a:solidFill>
                      <a:schemeClr val="bg1"/>
                    </a:solidFill>
                    <a:latin typeface="+mn-ea"/>
                  </a:endParaRPr>
                </a:p>
              </p:txBody>
            </p:sp>
            <p:sp>
              <p:nvSpPr>
                <p:cNvPr id="33" name="íšḷîdè"/>
                <p:cNvSpPr/>
                <p:nvPr/>
              </p:nvSpPr>
              <p:spPr bwMode="auto">
                <a:xfrm>
                  <a:off x="240" y="200"/>
                  <a:ext cx="3" cy="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21600"/>
                      </a:moveTo>
                      <a:cubicBezTo>
                        <a:pt x="14954" y="20491"/>
                        <a:pt x="21600" y="16184"/>
                        <a:pt x="21600" y="0"/>
                      </a:cubicBezTo>
                      <a:cubicBezTo>
                        <a:pt x="7849" y="9201"/>
                        <a:pt x="3208" y="6526"/>
                        <a:pt x="0" y="21600"/>
                      </a:cubicBezTo>
                      <a:close/>
                      <a:moveTo>
                        <a:pt x="0" y="21600"/>
                      </a:moveTo>
                    </a:path>
                  </a:pathLst>
                </a:custGeom>
                <a:grpFill/>
                <a:ln>
                  <a:noFill/>
                </a:ln>
              </p:spPr>
              <p:txBody>
                <a:bodyPr anchor="ctr"/>
                <a:lstStyle/>
                <a:p>
                  <a:pPr algn="ctr"/>
                  <a:endParaRPr b="1">
                    <a:solidFill>
                      <a:schemeClr val="bg1"/>
                    </a:solidFill>
                    <a:latin typeface="+mn-ea"/>
                  </a:endParaRPr>
                </a:p>
              </p:txBody>
            </p:sp>
            <p:sp>
              <p:nvSpPr>
                <p:cNvPr id="34" name="îšlîḓê"/>
                <p:cNvSpPr/>
                <p:nvPr/>
              </p:nvSpPr>
              <p:spPr bwMode="auto">
                <a:xfrm>
                  <a:off x="376" y="216"/>
                  <a:ext cx="3" cy="4"/>
                </a:xfrm>
                <a:custGeom>
                  <a:avLst/>
                  <a:gdLst>
                    <a:gd name="T0" fmla="*/ 0 w 15151"/>
                    <a:gd name="T1" fmla="*/ 0 h 21600"/>
                    <a:gd name="T2" fmla="*/ 0 w 15151"/>
                    <a:gd name="T3" fmla="*/ 0 h 21600"/>
                    <a:gd name="T4" fmla="*/ 0 w 15151"/>
                    <a:gd name="T5" fmla="*/ 0 h 21600"/>
                    <a:gd name="T6" fmla="*/ 0 w 15151"/>
                    <a:gd name="T7" fmla="*/ 0 h 21600"/>
                    <a:gd name="T8" fmla="*/ 0 w 15151"/>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151" h="21600">
                      <a:moveTo>
                        <a:pt x="10724" y="0"/>
                      </a:moveTo>
                      <a:cubicBezTo>
                        <a:pt x="11899" y="6522"/>
                        <a:pt x="8375" y="7809"/>
                        <a:pt x="0" y="3905"/>
                      </a:cubicBezTo>
                      <a:cubicBezTo>
                        <a:pt x="3373" y="13417"/>
                        <a:pt x="1667" y="15535"/>
                        <a:pt x="7124" y="21600"/>
                      </a:cubicBezTo>
                      <a:cubicBezTo>
                        <a:pt x="9284" y="12503"/>
                        <a:pt x="21600" y="3905"/>
                        <a:pt x="10724" y="0"/>
                      </a:cubicBezTo>
                      <a:close/>
                      <a:moveTo>
                        <a:pt x="10724" y="0"/>
                      </a:moveTo>
                    </a:path>
                  </a:pathLst>
                </a:custGeom>
                <a:grpFill/>
                <a:ln>
                  <a:noFill/>
                </a:ln>
              </p:spPr>
              <p:txBody>
                <a:bodyPr anchor="ctr"/>
                <a:lstStyle/>
                <a:p>
                  <a:pPr algn="ctr"/>
                  <a:endParaRPr b="1">
                    <a:solidFill>
                      <a:schemeClr val="bg1"/>
                    </a:solidFill>
                    <a:latin typeface="+mn-ea"/>
                  </a:endParaRPr>
                </a:p>
              </p:txBody>
            </p:sp>
            <p:sp>
              <p:nvSpPr>
                <p:cNvPr id="35" name="îsļîďe"/>
                <p:cNvSpPr/>
                <p:nvPr/>
              </p:nvSpPr>
              <p:spPr bwMode="auto">
                <a:xfrm>
                  <a:off x="376" y="216"/>
                  <a:ext cx="3" cy="5"/>
                </a:xfrm>
                <a:custGeom>
                  <a:avLst/>
                  <a:gdLst>
                    <a:gd name="T0" fmla="*/ 0 w 14680"/>
                    <a:gd name="T1" fmla="*/ 0 h 18108"/>
                    <a:gd name="T2" fmla="*/ 0 w 14680"/>
                    <a:gd name="T3" fmla="*/ 0 h 18108"/>
                    <a:gd name="T4" fmla="*/ 0 w 14680"/>
                    <a:gd name="T5" fmla="*/ 0 h 18108"/>
                    <a:gd name="T6" fmla="*/ 0 w 14680"/>
                    <a:gd name="T7" fmla="*/ 0 h 18108"/>
                    <a:gd name="T8" fmla="*/ 0 w 14680"/>
                    <a:gd name="T9" fmla="*/ 0 h 181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80" h="18108">
                      <a:moveTo>
                        <a:pt x="10298" y="0"/>
                      </a:moveTo>
                      <a:cubicBezTo>
                        <a:pt x="10298" y="7291"/>
                        <a:pt x="8417" y="10676"/>
                        <a:pt x="5725" y="2364"/>
                      </a:cubicBezTo>
                      <a:cubicBezTo>
                        <a:pt x="-3356" y="2364"/>
                        <a:pt x="1087" y="12243"/>
                        <a:pt x="1087" y="17618"/>
                      </a:cubicBezTo>
                      <a:cubicBezTo>
                        <a:pt x="18244" y="21600"/>
                        <a:pt x="16493" y="0"/>
                        <a:pt x="10298" y="0"/>
                      </a:cubicBezTo>
                      <a:close/>
                      <a:moveTo>
                        <a:pt x="10298" y="0"/>
                      </a:moveTo>
                    </a:path>
                  </a:pathLst>
                </a:custGeom>
                <a:grpFill/>
                <a:ln>
                  <a:noFill/>
                </a:ln>
              </p:spPr>
              <p:txBody>
                <a:bodyPr anchor="ctr"/>
                <a:lstStyle/>
                <a:p>
                  <a:pPr algn="ctr"/>
                  <a:endParaRPr b="1">
                    <a:solidFill>
                      <a:schemeClr val="bg1"/>
                    </a:solidFill>
                    <a:latin typeface="+mn-ea"/>
                  </a:endParaRPr>
                </a:p>
              </p:txBody>
            </p:sp>
            <p:sp>
              <p:nvSpPr>
                <p:cNvPr id="36" name="íṥľíḍé"/>
                <p:cNvSpPr/>
                <p:nvPr/>
              </p:nvSpPr>
              <p:spPr bwMode="auto">
                <a:xfrm>
                  <a:off x="392" y="232"/>
                  <a:ext cx="7" cy="3"/>
                </a:xfrm>
                <a:custGeom>
                  <a:avLst/>
                  <a:gdLst>
                    <a:gd name="T0" fmla="*/ 0 w 21600"/>
                    <a:gd name="T1" fmla="*/ 0 h 9393"/>
                    <a:gd name="T2" fmla="*/ 0 w 21600"/>
                    <a:gd name="T3" fmla="*/ 0 h 9393"/>
                    <a:gd name="T4" fmla="*/ 0 w 21600"/>
                    <a:gd name="T5" fmla="*/ 0 h 9393"/>
                    <a:gd name="T6" fmla="*/ 0 w 21600"/>
                    <a:gd name="T7" fmla="*/ 0 h 9393"/>
                    <a:gd name="T8" fmla="*/ 0 w 21600"/>
                    <a:gd name="T9" fmla="*/ 0 h 939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9393">
                      <a:moveTo>
                        <a:pt x="21600" y="0"/>
                      </a:moveTo>
                      <a:cubicBezTo>
                        <a:pt x="15130" y="2920"/>
                        <a:pt x="18136" y="5863"/>
                        <a:pt x="9453" y="3062"/>
                      </a:cubicBezTo>
                      <a:cubicBezTo>
                        <a:pt x="5701" y="1875"/>
                        <a:pt x="1732" y="-3323"/>
                        <a:pt x="0" y="3371"/>
                      </a:cubicBezTo>
                      <a:cubicBezTo>
                        <a:pt x="11016" y="4439"/>
                        <a:pt x="21600" y="18277"/>
                        <a:pt x="21600" y="0"/>
                      </a:cubicBezTo>
                      <a:close/>
                      <a:moveTo>
                        <a:pt x="21600" y="0"/>
                      </a:moveTo>
                    </a:path>
                  </a:pathLst>
                </a:custGeom>
                <a:grpFill/>
                <a:ln>
                  <a:noFill/>
                </a:ln>
              </p:spPr>
              <p:txBody>
                <a:bodyPr anchor="ctr"/>
                <a:lstStyle/>
                <a:p>
                  <a:pPr algn="ctr"/>
                  <a:endParaRPr b="1">
                    <a:solidFill>
                      <a:schemeClr val="bg1"/>
                    </a:solidFill>
                    <a:latin typeface="+mn-ea"/>
                  </a:endParaRPr>
                </a:p>
              </p:txBody>
            </p:sp>
            <p:sp>
              <p:nvSpPr>
                <p:cNvPr id="37" name="ïSlïďê"/>
                <p:cNvSpPr/>
                <p:nvPr/>
              </p:nvSpPr>
              <p:spPr bwMode="auto">
                <a:xfrm>
                  <a:off x="320" y="232"/>
                  <a:ext cx="166" cy="223"/>
                </a:xfrm>
                <a:custGeom>
                  <a:avLst/>
                  <a:gdLst>
                    <a:gd name="T0" fmla="*/ 0 w 21517"/>
                    <a:gd name="T1" fmla="*/ 0 h 21336"/>
                    <a:gd name="T2" fmla="*/ 0 w 21517"/>
                    <a:gd name="T3" fmla="*/ 0 h 21336"/>
                    <a:gd name="T4" fmla="*/ 0 w 21517"/>
                    <a:gd name="T5" fmla="*/ 0 h 21336"/>
                    <a:gd name="T6" fmla="*/ 0 w 21517"/>
                    <a:gd name="T7" fmla="*/ 0 h 21336"/>
                    <a:gd name="T8" fmla="*/ 0 w 21517"/>
                    <a:gd name="T9" fmla="*/ 0 h 21336"/>
                    <a:gd name="T10" fmla="*/ 0 w 21517"/>
                    <a:gd name="T11" fmla="*/ 0 h 21336"/>
                    <a:gd name="T12" fmla="*/ 0 w 21517"/>
                    <a:gd name="T13" fmla="*/ 0 h 21336"/>
                    <a:gd name="T14" fmla="*/ 0 w 21517"/>
                    <a:gd name="T15" fmla="*/ 0 h 21336"/>
                    <a:gd name="T16" fmla="*/ 0 w 21517"/>
                    <a:gd name="T17" fmla="*/ 0 h 21336"/>
                    <a:gd name="T18" fmla="*/ 0 w 21517"/>
                    <a:gd name="T19" fmla="*/ 0 h 21336"/>
                    <a:gd name="T20" fmla="*/ 0 w 21517"/>
                    <a:gd name="T21" fmla="*/ 0 h 21336"/>
                    <a:gd name="T22" fmla="*/ 0 w 21517"/>
                    <a:gd name="T23" fmla="*/ 0 h 21336"/>
                    <a:gd name="T24" fmla="*/ 0 w 21517"/>
                    <a:gd name="T25" fmla="*/ 0 h 21336"/>
                    <a:gd name="T26" fmla="*/ 0 w 21517"/>
                    <a:gd name="T27" fmla="*/ 0 h 21336"/>
                    <a:gd name="T28" fmla="*/ 0 w 21517"/>
                    <a:gd name="T29" fmla="*/ 0 h 21336"/>
                    <a:gd name="T30" fmla="*/ 0 w 21517"/>
                    <a:gd name="T31" fmla="*/ 0 h 21336"/>
                    <a:gd name="T32" fmla="*/ 0 w 21517"/>
                    <a:gd name="T33" fmla="*/ 0 h 21336"/>
                    <a:gd name="T34" fmla="*/ 0 w 21517"/>
                    <a:gd name="T35" fmla="*/ 0 h 21336"/>
                    <a:gd name="T36" fmla="*/ 0 w 21517"/>
                    <a:gd name="T37" fmla="*/ 0 h 21336"/>
                    <a:gd name="T38" fmla="*/ 0 w 21517"/>
                    <a:gd name="T39" fmla="*/ 0 h 21336"/>
                    <a:gd name="T40" fmla="*/ 0 w 21517"/>
                    <a:gd name="T41" fmla="*/ 0 h 21336"/>
                    <a:gd name="T42" fmla="*/ 0 w 21517"/>
                    <a:gd name="T43" fmla="*/ 0 h 21336"/>
                    <a:gd name="T44" fmla="*/ 0 w 21517"/>
                    <a:gd name="T45" fmla="*/ 0 h 21336"/>
                    <a:gd name="T46" fmla="*/ 0 w 21517"/>
                    <a:gd name="T47" fmla="*/ 0 h 21336"/>
                    <a:gd name="T48" fmla="*/ 0 w 21517"/>
                    <a:gd name="T49" fmla="*/ 0 h 21336"/>
                    <a:gd name="T50" fmla="*/ 0 w 21517"/>
                    <a:gd name="T51" fmla="*/ 0 h 21336"/>
                    <a:gd name="T52" fmla="*/ 0 w 21517"/>
                    <a:gd name="T53" fmla="*/ 0 h 21336"/>
                    <a:gd name="T54" fmla="*/ 0 w 21517"/>
                    <a:gd name="T55" fmla="*/ 0 h 21336"/>
                    <a:gd name="T56" fmla="*/ 0 w 21517"/>
                    <a:gd name="T57" fmla="*/ 0 h 21336"/>
                    <a:gd name="T58" fmla="*/ 0 w 21517"/>
                    <a:gd name="T59" fmla="*/ 0 h 21336"/>
                    <a:gd name="T60" fmla="*/ 0 w 21517"/>
                    <a:gd name="T61" fmla="*/ 0 h 21336"/>
                    <a:gd name="T62" fmla="*/ 0 w 21517"/>
                    <a:gd name="T63" fmla="*/ 0 h 21336"/>
                    <a:gd name="T64" fmla="*/ 0 w 21517"/>
                    <a:gd name="T65" fmla="*/ 0 h 213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1517" h="21336">
                      <a:moveTo>
                        <a:pt x="19567" y="7931"/>
                      </a:moveTo>
                      <a:cubicBezTo>
                        <a:pt x="19048" y="7904"/>
                        <a:pt x="19448" y="7845"/>
                        <a:pt x="19422" y="7719"/>
                      </a:cubicBezTo>
                      <a:cubicBezTo>
                        <a:pt x="19025" y="7719"/>
                        <a:pt x="18300" y="6676"/>
                        <a:pt x="18300" y="6418"/>
                      </a:cubicBezTo>
                      <a:cubicBezTo>
                        <a:pt x="18154" y="6364"/>
                        <a:pt x="18030" y="5984"/>
                        <a:pt x="18056" y="5984"/>
                      </a:cubicBezTo>
                      <a:cubicBezTo>
                        <a:pt x="17943" y="5729"/>
                        <a:pt x="17483" y="5519"/>
                        <a:pt x="17666" y="5262"/>
                      </a:cubicBezTo>
                      <a:cubicBezTo>
                        <a:pt x="17237" y="5072"/>
                        <a:pt x="16781" y="4416"/>
                        <a:pt x="16643" y="4106"/>
                      </a:cubicBezTo>
                      <a:cubicBezTo>
                        <a:pt x="16386" y="3964"/>
                        <a:pt x="16203" y="3565"/>
                        <a:pt x="16203" y="3348"/>
                      </a:cubicBezTo>
                      <a:cubicBezTo>
                        <a:pt x="15909" y="3348"/>
                        <a:pt x="15513" y="2695"/>
                        <a:pt x="15570" y="2445"/>
                      </a:cubicBezTo>
                      <a:cubicBezTo>
                        <a:pt x="15293" y="2445"/>
                        <a:pt x="15220" y="2082"/>
                        <a:pt x="14935" y="2082"/>
                      </a:cubicBezTo>
                      <a:cubicBezTo>
                        <a:pt x="15075" y="1777"/>
                        <a:pt x="13120" y="1748"/>
                        <a:pt x="12791" y="1721"/>
                      </a:cubicBezTo>
                      <a:cubicBezTo>
                        <a:pt x="12847" y="1475"/>
                        <a:pt x="12591" y="1324"/>
                        <a:pt x="12302" y="1324"/>
                      </a:cubicBezTo>
                      <a:cubicBezTo>
                        <a:pt x="12302" y="1706"/>
                        <a:pt x="11199" y="1748"/>
                        <a:pt x="10824" y="1733"/>
                      </a:cubicBezTo>
                      <a:cubicBezTo>
                        <a:pt x="10554" y="1724"/>
                        <a:pt x="9962" y="1667"/>
                        <a:pt x="9962" y="1432"/>
                      </a:cubicBezTo>
                      <a:cubicBezTo>
                        <a:pt x="9775" y="1397"/>
                        <a:pt x="9512" y="1432"/>
                        <a:pt x="9230" y="1432"/>
                      </a:cubicBezTo>
                      <a:cubicBezTo>
                        <a:pt x="9295" y="1188"/>
                        <a:pt x="8622" y="87"/>
                        <a:pt x="8255" y="22"/>
                      </a:cubicBezTo>
                      <a:cubicBezTo>
                        <a:pt x="8255" y="58"/>
                        <a:pt x="8255" y="96"/>
                        <a:pt x="8255" y="132"/>
                      </a:cubicBezTo>
                      <a:cubicBezTo>
                        <a:pt x="7980" y="165"/>
                        <a:pt x="6254" y="-152"/>
                        <a:pt x="6254" y="96"/>
                      </a:cubicBezTo>
                      <a:cubicBezTo>
                        <a:pt x="6047" y="96"/>
                        <a:pt x="5172" y="326"/>
                        <a:pt x="5035" y="529"/>
                      </a:cubicBezTo>
                      <a:cubicBezTo>
                        <a:pt x="4952" y="529"/>
                        <a:pt x="4156" y="817"/>
                        <a:pt x="4156" y="601"/>
                      </a:cubicBezTo>
                      <a:cubicBezTo>
                        <a:pt x="3956" y="601"/>
                        <a:pt x="3715" y="678"/>
                        <a:pt x="3619" y="817"/>
                      </a:cubicBezTo>
                      <a:cubicBezTo>
                        <a:pt x="3402" y="817"/>
                        <a:pt x="3172" y="1103"/>
                        <a:pt x="3035" y="1215"/>
                      </a:cubicBezTo>
                      <a:cubicBezTo>
                        <a:pt x="2658" y="1182"/>
                        <a:pt x="2928" y="1003"/>
                        <a:pt x="2548" y="1396"/>
                      </a:cubicBezTo>
                      <a:cubicBezTo>
                        <a:pt x="2548" y="1525"/>
                        <a:pt x="2261" y="2081"/>
                        <a:pt x="2207" y="2081"/>
                      </a:cubicBezTo>
                      <a:cubicBezTo>
                        <a:pt x="2328" y="2171"/>
                        <a:pt x="2324" y="2220"/>
                        <a:pt x="2207" y="2335"/>
                      </a:cubicBezTo>
                      <a:cubicBezTo>
                        <a:pt x="1938" y="2494"/>
                        <a:pt x="1785" y="2817"/>
                        <a:pt x="1524" y="2913"/>
                      </a:cubicBezTo>
                      <a:cubicBezTo>
                        <a:pt x="1250" y="3250"/>
                        <a:pt x="1191" y="2890"/>
                        <a:pt x="986" y="3269"/>
                      </a:cubicBezTo>
                      <a:cubicBezTo>
                        <a:pt x="875" y="3480"/>
                        <a:pt x="721" y="3638"/>
                        <a:pt x="602" y="3808"/>
                      </a:cubicBezTo>
                      <a:cubicBezTo>
                        <a:pt x="225" y="4344"/>
                        <a:pt x="207" y="4578"/>
                        <a:pt x="207" y="5081"/>
                      </a:cubicBezTo>
                      <a:cubicBezTo>
                        <a:pt x="207" y="5260"/>
                        <a:pt x="-50" y="5426"/>
                        <a:pt x="9" y="5578"/>
                      </a:cubicBezTo>
                      <a:cubicBezTo>
                        <a:pt x="89" y="5782"/>
                        <a:pt x="253" y="6208"/>
                        <a:pt x="207" y="6345"/>
                      </a:cubicBezTo>
                      <a:cubicBezTo>
                        <a:pt x="20" y="6345"/>
                        <a:pt x="-83" y="6832"/>
                        <a:pt x="258" y="6959"/>
                      </a:cubicBezTo>
                      <a:cubicBezTo>
                        <a:pt x="258" y="7279"/>
                        <a:pt x="886" y="8246"/>
                        <a:pt x="1279" y="8440"/>
                      </a:cubicBezTo>
                      <a:cubicBezTo>
                        <a:pt x="1279" y="8705"/>
                        <a:pt x="1993" y="9271"/>
                        <a:pt x="2352" y="9271"/>
                      </a:cubicBezTo>
                      <a:cubicBezTo>
                        <a:pt x="2491" y="9476"/>
                        <a:pt x="3961" y="9781"/>
                        <a:pt x="3961" y="9524"/>
                      </a:cubicBezTo>
                      <a:cubicBezTo>
                        <a:pt x="4560" y="9524"/>
                        <a:pt x="6671" y="9237"/>
                        <a:pt x="6986" y="9705"/>
                      </a:cubicBezTo>
                      <a:cubicBezTo>
                        <a:pt x="7519" y="9705"/>
                        <a:pt x="7714" y="9638"/>
                        <a:pt x="8206" y="9813"/>
                      </a:cubicBezTo>
                      <a:cubicBezTo>
                        <a:pt x="8271" y="10083"/>
                        <a:pt x="8170" y="10898"/>
                        <a:pt x="7914" y="11114"/>
                      </a:cubicBezTo>
                      <a:cubicBezTo>
                        <a:pt x="7914" y="11477"/>
                        <a:pt x="8059" y="11859"/>
                        <a:pt x="8450" y="12053"/>
                      </a:cubicBezTo>
                      <a:cubicBezTo>
                        <a:pt x="8479" y="12141"/>
                        <a:pt x="8758" y="12486"/>
                        <a:pt x="8841" y="12486"/>
                      </a:cubicBezTo>
                      <a:cubicBezTo>
                        <a:pt x="8993" y="12942"/>
                        <a:pt x="9163" y="13337"/>
                        <a:pt x="9049" y="13983"/>
                      </a:cubicBezTo>
                      <a:cubicBezTo>
                        <a:pt x="8944" y="14571"/>
                        <a:pt x="8694" y="14920"/>
                        <a:pt x="8694" y="15448"/>
                      </a:cubicBezTo>
                      <a:cubicBezTo>
                        <a:pt x="8545" y="15448"/>
                        <a:pt x="8841" y="16459"/>
                        <a:pt x="8986" y="16459"/>
                      </a:cubicBezTo>
                      <a:cubicBezTo>
                        <a:pt x="8986" y="16919"/>
                        <a:pt x="9475" y="17333"/>
                        <a:pt x="9475" y="17832"/>
                      </a:cubicBezTo>
                      <a:cubicBezTo>
                        <a:pt x="9504" y="17832"/>
                        <a:pt x="9670" y="18303"/>
                        <a:pt x="9670" y="18446"/>
                      </a:cubicBezTo>
                      <a:cubicBezTo>
                        <a:pt x="9519" y="18446"/>
                        <a:pt x="10450" y="19829"/>
                        <a:pt x="10450" y="19928"/>
                      </a:cubicBezTo>
                      <a:cubicBezTo>
                        <a:pt x="10616" y="19928"/>
                        <a:pt x="10640" y="20397"/>
                        <a:pt x="10790" y="20397"/>
                      </a:cubicBezTo>
                      <a:cubicBezTo>
                        <a:pt x="10816" y="20709"/>
                        <a:pt x="10985" y="20998"/>
                        <a:pt x="10985" y="21228"/>
                      </a:cubicBezTo>
                      <a:cubicBezTo>
                        <a:pt x="11180" y="21448"/>
                        <a:pt x="11986" y="21264"/>
                        <a:pt x="12301" y="21264"/>
                      </a:cubicBezTo>
                      <a:cubicBezTo>
                        <a:pt x="12301" y="21180"/>
                        <a:pt x="13771" y="20975"/>
                        <a:pt x="13958" y="20975"/>
                      </a:cubicBezTo>
                      <a:cubicBezTo>
                        <a:pt x="14057" y="20878"/>
                        <a:pt x="14690" y="20216"/>
                        <a:pt x="14690" y="20216"/>
                      </a:cubicBezTo>
                      <a:cubicBezTo>
                        <a:pt x="14690" y="19882"/>
                        <a:pt x="15601" y="19238"/>
                        <a:pt x="15959" y="19059"/>
                      </a:cubicBezTo>
                      <a:cubicBezTo>
                        <a:pt x="15959" y="19006"/>
                        <a:pt x="16404" y="18192"/>
                        <a:pt x="16349" y="18192"/>
                      </a:cubicBezTo>
                      <a:cubicBezTo>
                        <a:pt x="16349" y="17624"/>
                        <a:pt x="16544" y="17250"/>
                        <a:pt x="16544" y="16748"/>
                      </a:cubicBezTo>
                      <a:cubicBezTo>
                        <a:pt x="16688" y="16748"/>
                        <a:pt x="16830" y="16278"/>
                        <a:pt x="17128" y="16278"/>
                      </a:cubicBezTo>
                      <a:cubicBezTo>
                        <a:pt x="17212" y="16155"/>
                        <a:pt x="17450" y="16107"/>
                        <a:pt x="17616" y="16024"/>
                      </a:cubicBezTo>
                      <a:cubicBezTo>
                        <a:pt x="17616" y="15713"/>
                        <a:pt x="17957" y="15476"/>
                        <a:pt x="17957" y="15087"/>
                      </a:cubicBezTo>
                      <a:cubicBezTo>
                        <a:pt x="18179" y="15087"/>
                        <a:pt x="17812" y="13876"/>
                        <a:pt x="17812" y="13749"/>
                      </a:cubicBezTo>
                      <a:cubicBezTo>
                        <a:pt x="17382" y="13749"/>
                        <a:pt x="17713" y="12307"/>
                        <a:pt x="17713" y="12124"/>
                      </a:cubicBezTo>
                      <a:cubicBezTo>
                        <a:pt x="17437" y="12124"/>
                        <a:pt x="18620" y="11148"/>
                        <a:pt x="18598" y="11208"/>
                      </a:cubicBezTo>
                      <a:cubicBezTo>
                        <a:pt x="18681" y="10953"/>
                        <a:pt x="19316" y="10604"/>
                        <a:pt x="19526" y="10404"/>
                      </a:cubicBezTo>
                      <a:cubicBezTo>
                        <a:pt x="19713" y="10224"/>
                        <a:pt x="20347" y="9878"/>
                        <a:pt x="20347" y="9667"/>
                      </a:cubicBezTo>
                      <a:cubicBezTo>
                        <a:pt x="20620" y="9565"/>
                        <a:pt x="20654" y="9375"/>
                        <a:pt x="20882" y="9269"/>
                      </a:cubicBezTo>
                      <a:cubicBezTo>
                        <a:pt x="20882" y="9177"/>
                        <a:pt x="20727" y="8909"/>
                        <a:pt x="21077" y="8909"/>
                      </a:cubicBezTo>
                      <a:cubicBezTo>
                        <a:pt x="20989" y="8446"/>
                        <a:pt x="21517" y="8183"/>
                        <a:pt x="21517" y="7716"/>
                      </a:cubicBezTo>
                      <a:cubicBezTo>
                        <a:pt x="21101" y="7817"/>
                        <a:pt x="20526" y="7861"/>
                        <a:pt x="20102" y="7861"/>
                      </a:cubicBezTo>
                      <a:cubicBezTo>
                        <a:pt x="20104" y="7926"/>
                        <a:pt x="19637" y="7935"/>
                        <a:pt x="19567" y="7931"/>
                      </a:cubicBezTo>
                      <a:close/>
                      <a:moveTo>
                        <a:pt x="19567" y="7931"/>
                      </a:moveTo>
                    </a:path>
                  </a:pathLst>
                </a:custGeom>
                <a:solidFill>
                  <a:schemeClr val="accent3"/>
                </a:solidFill>
                <a:ln>
                  <a:noFill/>
                </a:ln>
              </p:spPr>
              <p:txBody>
                <a:bodyPr anchor="ctr"/>
                <a:lstStyle/>
                <a:p>
                  <a:pPr algn="ctr"/>
                  <a:endParaRPr b="1">
                    <a:solidFill>
                      <a:schemeClr val="bg1"/>
                    </a:solidFill>
                    <a:latin typeface="+mn-ea"/>
                  </a:endParaRPr>
                </a:p>
              </p:txBody>
            </p:sp>
            <p:sp>
              <p:nvSpPr>
                <p:cNvPr id="38" name="ïšḷîḑê"/>
                <p:cNvSpPr/>
                <p:nvPr/>
              </p:nvSpPr>
              <p:spPr bwMode="auto">
                <a:xfrm>
                  <a:off x="184" y="272"/>
                  <a:ext cx="3" cy="2"/>
                </a:xfrm>
                <a:custGeom>
                  <a:avLst/>
                  <a:gdLst>
                    <a:gd name="T0" fmla="*/ 0 w 16989"/>
                    <a:gd name="T1" fmla="*/ 0 h 15334"/>
                    <a:gd name="T2" fmla="*/ 0 w 16989"/>
                    <a:gd name="T3" fmla="*/ 0 h 15334"/>
                    <a:gd name="T4" fmla="*/ 0 w 16989"/>
                    <a:gd name="T5" fmla="*/ 0 h 15334"/>
                    <a:gd name="T6" fmla="*/ 0 w 16989"/>
                    <a:gd name="T7" fmla="*/ 0 h 15334"/>
                    <a:gd name="T8" fmla="*/ 0 w 16989"/>
                    <a:gd name="T9" fmla="*/ 0 h 153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6989" h="15334">
                      <a:moveTo>
                        <a:pt x="5730" y="2266"/>
                      </a:moveTo>
                      <a:cubicBezTo>
                        <a:pt x="4165" y="1591"/>
                        <a:pt x="2498" y="771"/>
                        <a:pt x="900" y="0"/>
                      </a:cubicBezTo>
                      <a:cubicBezTo>
                        <a:pt x="-4611" y="21600"/>
                        <a:pt x="16989" y="17743"/>
                        <a:pt x="16989" y="4629"/>
                      </a:cubicBezTo>
                      <a:cubicBezTo>
                        <a:pt x="12159" y="7955"/>
                        <a:pt x="7839" y="13596"/>
                        <a:pt x="5730" y="2266"/>
                      </a:cubicBezTo>
                      <a:close/>
                      <a:moveTo>
                        <a:pt x="5730" y="2266"/>
                      </a:moveTo>
                    </a:path>
                  </a:pathLst>
                </a:custGeom>
                <a:grpFill/>
                <a:ln>
                  <a:noFill/>
                </a:ln>
              </p:spPr>
              <p:txBody>
                <a:bodyPr anchor="ctr"/>
                <a:lstStyle/>
                <a:p>
                  <a:pPr algn="ctr"/>
                  <a:endParaRPr b="1">
                    <a:solidFill>
                      <a:schemeClr val="bg1"/>
                    </a:solidFill>
                    <a:latin typeface="+mn-ea"/>
                  </a:endParaRPr>
                </a:p>
              </p:txBody>
            </p:sp>
            <p:sp>
              <p:nvSpPr>
                <p:cNvPr id="39" name="isḷíďe"/>
                <p:cNvSpPr/>
                <p:nvPr/>
              </p:nvSpPr>
              <p:spPr bwMode="auto">
                <a:xfrm>
                  <a:off x="192" y="272"/>
                  <a:ext cx="16" cy="8"/>
                </a:xfrm>
                <a:custGeom>
                  <a:avLst/>
                  <a:gdLst>
                    <a:gd name="T0" fmla="*/ 0 w 18999"/>
                    <a:gd name="T1" fmla="*/ 0 h 20934"/>
                    <a:gd name="T2" fmla="*/ 0 w 18999"/>
                    <a:gd name="T3" fmla="*/ 0 h 20934"/>
                    <a:gd name="T4" fmla="*/ 0 w 18999"/>
                    <a:gd name="T5" fmla="*/ 0 h 20934"/>
                    <a:gd name="T6" fmla="*/ 0 w 18999"/>
                    <a:gd name="T7" fmla="*/ 0 h 20934"/>
                    <a:gd name="T8" fmla="*/ 0 w 18999"/>
                    <a:gd name="T9" fmla="*/ 0 h 20934"/>
                    <a:gd name="T10" fmla="*/ 0 w 18999"/>
                    <a:gd name="T11" fmla="*/ 0 h 20934"/>
                    <a:gd name="T12" fmla="*/ 0 w 18999"/>
                    <a:gd name="T13" fmla="*/ 0 h 2093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8999" h="20934">
                      <a:moveTo>
                        <a:pt x="5636" y="0"/>
                      </a:moveTo>
                      <a:cubicBezTo>
                        <a:pt x="4287" y="4948"/>
                        <a:pt x="2148" y="3040"/>
                        <a:pt x="0" y="2842"/>
                      </a:cubicBezTo>
                      <a:cubicBezTo>
                        <a:pt x="1313" y="7114"/>
                        <a:pt x="5600" y="11307"/>
                        <a:pt x="7812" y="11307"/>
                      </a:cubicBezTo>
                      <a:cubicBezTo>
                        <a:pt x="9253" y="17507"/>
                        <a:pt x="13604" y="21600"/>
                        <a:pt x="17047" y="20845"/>
                      </a:cubicBezTo>
                      <a:cubicBezTo>
                        <a:pt x="21600" y="19871"/>
                        <a:pt x="16872" y="12618"/>
                        <a:pt x="16055" y="9439"/>
                      </a:cubicBezTo>
                      <a:cubicBezTo>
                        <a:pt x="11622" y="9439"/>
                        <a:pt x="11135" y="1212"/>
                        <a:pt x="5636" y="0"/>
                      </a:cubicBezTo>
                      <a:close/>
                      <a:moveTo>
                        <a:pt x="5636" y="0"/>
                      </a:moveTo>
                    </a:path>
                  </a:pathLst>
                </a:custGeom>
                <a:grpFill/>
                <a:ln>
                  <a:noFill/>
                </a:ln>
              </p:spPr>
              <p:txBody>
                <a:bodyPr anchor="ctr"/>
                <a:lstStyle/>
                <a:p>
                  <a:pPr algn="ctr"/>
                  <a:endParaRPr b="1">
                    <a:solidFill>
                      <a:schemeClr val="bg1"/>
                    </a:solidFill>
                    <a:latin typeface="+mn-ea"/>
                  </a:endParaRPr>
                </a:p>
              </p:txBody>
            </p:sp>
            <p:sp>
              <p:nvSpPr>
                <p:cNvPr id="40" name="ïṩ1ïḍe"/>
                <p:cNvSpPr/>
                <p:nvPr/>
              </p:nvSpPr>
              <p:spPr bwMode="auto">
                <a:xfrm>
                  <a:off x="208" y="288"/>
                  <a:ext cx="15" cy="4"/>
                </a:xfrm>
                <a:custGeom>
                  <a:avLst/>
                  <a:gdLst>
                    <a:gd name="T0" fmla="*/ 0 w 21600"/>
                    <a:gd name="T1" fmla="*/ 0 h 19826"/>
                    <a:gd name="T2" fmla="*/ 0 w 21600"/>
                    <a:gd name="T3" fmla="*/ 0 h 19826"/>
                    <a:gd name="T4" fmla="*/ 0 w 21600"/>
                    <a:gd name="T5" fmla="*/ 0 h 19826"/>
                    <a:gd name="T6" fmla="*/ 0 w 21600"/>
                    <a:gd name="T7" fmla="*/ 0 h 19826"/>
                    <a:gd name="T8" fmla="*/ 0 w 21600"/>
                    <a:gd name="T9" fmla="*/ 0 h 19826"/>
                    <a:gd name="T10" fmla="*/ 0 w 21600"/>
                    <a:gd name="T11" fmla="*/ 0 h 19826"/>
                    <a:gd name="T12" fmla="*/ 0 w 21600"/>
                    <a:gd name="T13" fmla="*/ 0 h 19826"/>
                    <a:gd name="T14" fmla="*/ 0 w 21600"/>
                    <a:gd name="T15" fmla="*/ 0 h 19826"/>
                    <a:gd name="T16" fmla="*/ 0 w 21600"/>
                    <a:gd name="T17" fmla="*/ 0 h 1982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600" h="19826">
                      <a:moveTo>
                        <a:pt x="15657" y="0"/>
                      </a:moveTo>
                      <a:cubicBezTo>
                        <a:pt x="14560" y="9831"/>
                        <a:pt x="15657" y="658"/>
                        <a:pt x="15657" y="8204"/>
                      </a:cubicBezTo>
                      <a:cubicBezTo>
                        <a:pt x="11646" y="8446"/>
                        <a:pt x="8331" y="1662"/>
                        <a:pt x="5406" y="1662"/>
                      </a:cubicBezTo>
                      <a:cubicBezTo>
                        <a:pt x="6331" y="6612"/>
                        <a:pt x="7554" y="10212"/>
                        <a:pt x="7554" y="14712"/>
                      </a:cubicBezTo>
                      <a:cubicBezTo>
                        <a:pt x="4789" y="18069"/>
                        <a:pt x="2686" y="14712"/>
                        <a:pt x="0" y="14712"/>
                      </a:cubicBezTo>
                      <a:cubicBezTo>
                        <a:pt x="1006" y="20735"/>
                        <a:pt x="8309" y="21600"/>
                        <a:pt x="9189" y="16442"/>
                      </a:cubicBezTo>
                      <a:cubicBezTo>
                        <a:pt x="15417" y="16442"/>
                        <a:pt x="15680" y="16027"/>
                        <a:pt x="21600" y="18000"/>
                      </a:cubicBezTo>
                      <a:cubicBezTo>
                        <a:pt x="21406" y="13015"/>
                        <a:pt x="17349" y="1315"/>
                        <a:pt x="15657" y="0"/>
                      </a:cubicBezTo>
                      <a:close/>
                      <a:moveTo>
                        <a:pt x="15657" y="0"/>
                      </a:moveTo>
                    </a:path>
                  </a:pathLst>
                </a:custGeom>
                <a:grpFill/>
                <a:ln>
                  <a:noFill/>
                </a:ln>
              </p:spPr>
              <p:txBody>
                <a:bodyPr anchor="ctr"/>
                <a:lstStyle/>
                <a:p>
                  <a:pPr algn="ctr"/>
                  <a:endParaRPr b="1">
                    <a:solidFill>
                      <a:schemeClr val="bg1"/>
                    </a:solidFill>
                    <a:latin typeface="+mn-ea"/>
                  </a:endParaRPr>
                </a:p>
              </p:txBody>
            </p:sp>
            <p:sp>
              <p:nvSpPr>
                <p:cNvPr id="41" name="iślïḑé"/>
                <p:cNvSpPr/>
                <p:nvPr/>
              </p:nvSpPr>
              <p:spPr bwMode="auto">
                <a:xfrm>
                  <a:off x="200" y="288"/>
                  <a:ext cx="2" cy="2"/>
                </a:xfrm>
                <a:custGeom>
                  <a:avLst/>
                  <a:gdLst>
                    <a:gd name="T0" fmla="*/ 0 w 16604"/>
                    <a:gd name="T1" fmla="*/ 0 h 17442"/>
                    <a:gd name="T2" fmla="*/ 0 w 16604"/>
                    <a:gd name="T3" fmla="*/ 0 h 17442"/>
                    <a:gd name="T4" fmla="*/ 0 w 16604"/>
                    <a:gd name="T5" fmla="*/ 0 h 17442"/>
                    <a:gd name="T6" fmla="*/ 0 w 16604"/>
                    <a:gd name="T7" fmla="*/ 0 h 1744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604" h="17442">
                      <a:moveTo>
                        <a:pt x="1543" y="0"/>
                      </a:moveTo>
                      <a:cubicBezTo>
                        <a:pt x="-4492" y="21600"/>
                        <a:pt x="8577" y="17040"/>
                        <a:pt x="16563" y="17040"/>
                      </a:cubicBezTo>
                      <a:cubicBezTo>
                        <a:pt x="17108" y="7620"/>
                        <a:pt x="12116" y="1920"/>
                        <a:pt x="1543" y="0"/>
                      </a:cubicBezTo>
                      <a:close/>
                      <a:moveTo>
                        <a:pt x="1543" y="0"/>
                      </a:moveTo>
                    </a:path>
                  </a:pathLst>
                </a:custGeom>
                <a:grpFill/>
                <a:ln>
                  <a:noFill/>
                </a:ln>
              </p:spPr>
              <p:txBody>
                <a:bodyPr anchor="ctr"/>
                <a:lstStyle/>
                <a:p>
                  <a:pPr algn="ctr"/>
                  <a:endParaRPr b="1">
                    <a:solidFill>
                      <a:schemeClr val="bg1"/>
                    </a:solidFill>
                    <a:latin typeface="+mn-ea"/>
                  </a:endParaRPr>
                </a:p>
              </p:txBody>
            </p:sp>
            <p:sp>
              <p:nvSpPr>
                <p:cNvPr id="42" name="îsľiḓe"/>
                <p:cNvSpPr/>
                <p:nvPr/>
              </p:nvSpPr>
              <p:spPr bwMode="auto">
                <a:xfrm>
                  <a:off x="200" y="288"/>
                  <a:ext cx="2" cy="2"/>
                </a:xfrm>
                <a:custGeom>
                  <a:avLst/>
                  <a:gdLst>
                    <a:gd name="T0" fmla="*/ 0 w 21600"/>
                    <a:gd name="T1" fmla="*/ 0 h 12742"/>
                    <a:gd name="T2" fmla="*/ 0 w 21600"/>
                    <a:gd name="T3" fmla="*/ 0 h 12742"/>
                    <a:gd name="T4" fmla="*/ 0 w 21600"/>
                    <a:gd name="T5" fmla="*/ 0 h 12742"/>
                    <a:gd name="T6" fmla="*/ 0 w 21600"/>
                    <a:gd name="T7" fmla="*/ 0 h 1274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12742">
                      <a:moveTo>
                        <a:pt x="0" y="12742"/>
                      </a:moveTo>
                      <a:cubicBezTo>
                        <a:pt x="7251" y="11994"/>
                        <a:pt x="14425" y="11339"/>
                        <a:pt x="21600" y="10545"/>
                      </a:cubicBezTo>
                      <a:cubicBezTo>
                        <a:pt x="17860" y="-8858"/>
                        <a:pt x="2137" y="2550"/>
                        <a:pt x="0" y="12742"/>
                      </a:cubicBezTo>
                      <a:close/>
                      <a:moveTo>
                        <a:pt x="0" y="12742"/>
                      </a:moveTo>
                    </a:path>
                  </a:pathLst>
                </a:custGeom>
                <a:grpFill/>
                <a:ln>
                  <a:noFill/>
                </a:ln>
              </p:spPr>
              <p:txBody>
                <a:bodyPr anchor="ctr"/>
                <a:lstStyle/>
                <a:p>
                  <a:pPr algn="ctr"/>
                  <a:endParaRPr b="1">
                    <a:solidFill>
                      <a:schemeClr val="bg1"/>
                    </a:solidFill>
                    <a:latin typeface="+mn-ea"/>
                  </a:endParaRPr>
                </a:p>
              </p:txBody>
            </p:sp>
            <p:sp>
              <p:nvSpPr>
                <p:cNvPr id="43" name="iŝḻíḑê"/>
                <p:cNvSpPr/>
                <p:nvPr/>
              </p:nvSpPr>
              <p:spPr bwMode="auto">
                <a:xfrm>
                  <a:off x="232" y="288"/>
                  <a:ext cx="2" cy="1"/>
                </a:xfrm>
                <a:custGeom>
                  <a:avLst/>
                  <a:gdLst>
                    <a:gd name="T0" fmla="*/ 0 w 17161"/>
                    <a:gd name="T1" fmla="*/ 0 h 13638"/>
                    <a:gd name="T2" fmla="*/ 0 w 17161"/>
                    <a:gd name="T3" fmla="*/ 0 h 13638"/>
                    <a:gd name="T4" fmla="*/ 0 w 17161"/>
                    <a:gd name="T5" fmla="*/ 0 h 13638"/>
                    <a:gd name="T6" fmla="*/ 0 w 17161"/>
                    <a:gd name="T7" fmla="*/ 0 h 1363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161" h="13638">
                      <a:moveTo>
                        <a:pt x="1582" y="0"/>
                      </a:moveTo>
                      <a:cubicBezTo>
                        <a:pt x="-4374" y="21600"/>
                        <a:pt x="7735" y="11073"/>
                        <a:pt x="17161" y="11073"/>
                      </a:cubicBezTo>
                      <a:cubicBezTo>
                        <a:pt x="17226" y="3353"/>
                        <a:pt x="8782" y="0"/>
                        <a:pt x="1582" y="0"/>
                      </a:cubicBezTo>
                      <a:close/>
                      <a:moveTo>
                        <a:pt x="1582" y="0"/>
                      </a:moveTo>
                    </a:path>
                  </a:pathLst>
                </a:custGeom>
                <a:grpFill/>
                <a:ln>
                  <a:noFill/>
                </a:ln>
              </p:spPr>
              <p:txBody>
                <a:bodyPr anchor="ctr"/>
                <a:lstStyle/>
                <a:p>
                  <a:pPr algn="ctr"/>
                  <a:endParaRPr b="1">
                    <a:solidFill>
                      <a:schemeClr val="bg1"/>
                    </a:solidFill>
                    <a:latin typeface="+mn-ea"/>
                  </a:endParaRPr>
                </a:p>
              </p:txBody>
            </p:sp>
            <p:sp>
              <p:nvSpPr>
                <p:cNvPr id="44" name="işļîḑê"/>
                <p:cNvSpPr/>
                <p:nvPr/>
              </p:nvSpPr>
              <p:spPr bwMode="auto">
                <a:xfrm>
                  <a:off x="224" y="288"/>
                  <a:ext cx="1" cy="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cubicBezTo>
                        <a:pt x="0" y="7500"/>
                        <a:pt x="0" y="14250"/>
                        <a:pt x="0" y="21600"/>
                      </a:cubicBezTo>
                      <a:cubicBezTo>
                        <a:pt x="8975" y="18750"/>
                        <a:pt x="12777" y="14250"/>
                        <a:pt x="21600" y="14250"/>
                      </a:cubicBezTo>
                      <a:cubicBezTo>
                        <a:pt x="21600" y="5100"/>
                        <a:pt x="9279" y="0"/>
                        <a:pt x="0" y="0"/>
                      </a:cubicBezTo>
                      <a:close/>
                      <a:moveTo>
                        <a:pt x="0" y="0"/>
                      </a:moveTo>
                    </a:path>
                  </a:pathLst>
                </a:custGeom>
                <a:grpFill/>
                <a:ln>
                  <a:noFill/>
                </a:ln>
              </p:spPr>
              <p:txBody>
                <a:bodyPr anchor="ctr"/>
                <a:lstStyle/>
                <a:p>
                  <a:pPr algn="ctr"/>
                  <a:endParaRPr b="1">
                    <a:solidFill>
                      <a:schemeClr val="bg1"/>
                    </a:solidFill>
                    <a:latin typeface="+mn-ea"/>
                  </a:endParaRPr>
                </a:p>
              </p:txBody>
            </p:sp>
            <p:sp>
              <p:nvSpPr>
                <p:cNvPr id="45" name="iSļíḍê"/>
                <p:cNvSpPr/>
                <p:nvPr/>
              </p:nvSpPr>
              <p:spPr bwMode="auto">
                <a:xfrm>
                  <a:off x="216" y="304"/>
                  <a:ext cx="1" cy="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21600"/>
                      </a:moveTo>
                      <a:cubicBezTo>
                        <a:pt x="17923" y="21600"/>
                        <a:pt x="17234" y="20571"/>
                        <a:pt x="21600" y="5371"/>
                      </a:cubicBezTo>
                      <a:cubicBezTo>
                        <a:pt x="16200" y="3429"/>
                        <a:pt x="10915" y="1714"/>
                        <a:pt x="5285" y="0"/>
                      </a:cubicBezTo>
                      <a:cubicBezTo>
                        <a:pt x="3447" y="7200"/>
                        <a:pt x="1838" y="14400"/>
                        <a:pt x="0" y="21600"/>
                      </a:cubicBezTo>
                      <a:close/>
                      <a:moveTo>
                        <a:pt x="0" y="21600"/>
                      </a:moveTo>
                    </a:path>
                  </a:pathLst>
                </a:custGeom>
                <a:grpFill/>
                <a:ln>
                  <a:noFill/>
                </a:ln>
              </p:spPr>
              <p:txBody>
                <a:bodyPr anchor="ctr"/>
                <a:lstStyle/>
                <a:p>
                  <a:pPr algn="ctr"/>
                  <a:endParaRPr b="1">
                    <a:solidFill>
                      <a:schemeClr val="bg1"/>
                    </a:solidFill>
                    <a:latin typeface="+mn-ea"/>
                  </a:endParaRPr>
                </a:p>
              </p:txBody>
            </p:sp>
            <p:sp>
              <p:nvSpPr>
                <p:cNvPr id="46" name="íşḷiḓé"/>
                <p:cNvSpPr/>
                <p:nvPr/>
              </p:nvSpPr>
              <p:spPr bwMode="auto">
                <a:xfrm>
                  <a:off x="480" y="384"/>
                  <a:ext cx="1" cy="2"/>
                </a:xfrm>
                <a:custGeom>
                  <a:avLst/>
                  <a:gdLst>
                    <a:gd name="T0" fmla="*/ 0 w 16557"/>
                    <a:gd name="T1" fmla="*/ 0 h 18344"/>
                    <a:gd name="T2" fmla="*/ 0 w 16557"/>
                    <a:gd name="T3" fmla="*/ 0 h 18344"/>
                    <a:gd name="T4" fmla="*/ 0 w 16557"/>
                    <a:gd name="T5" fmla="*/ 0 h 18344"/>
                    <a:gd name="T6" fmla="*/ 0 w 16557"/>
                    <a:gd name="T7" fmla="*/ 0 h 1834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57" h="18344">
                      <a:moveTo>
                        <a:pt x="0" y="16234"/>
                      </a:moveTo>
                      <a:cubicBezTo>
                        <a:pt x="21600" y="21600"/>
                        <a:pt x="17408" y="16922"/>
                        <a:pt x="13033" y="0"/>
                      </a:cubicBezTo>
                      <a:cubicBezTo>
                        <a:pt x="2734" y="5916"/>
                        <a:pt x="0" y="4471"/>
                        <a:pt x="0" y="16234"/>
                      </a:cubicBezTo>
                      <a:close/>
                      <a:moveTo>
                        <a:pt x="0" y="16234"/>
                      </a:moveTo>
                    </a:path>
                  </a:pathLst>
                </a:custGeom>
                <a:grpFill/>
                <a:ln>
                  <a:noFill/>
                </a:ln>
              </p:spPr>
              <p:txBody>
                <a:bodyPr anchor="ctr"/>
                <a:lstStyle/>
                <a:p>
                  <a:pPr algn="ctr"/>
                  <a:endParaRPr b="1">
                    <a:solidFill>
                      <a:schemeClr val="bg1"/>
                    </a:solidFill>
                    <a:latin typeface="+mn-ea"/>
                  </a:endParaRPr>
                </a:p>
              </p:txBody>
            </p:sp>
          </p:grpSp>
          <p:grpSp>
            <p:nvGrpSpPr>
              <p:cNvPr id="22" name="ísḻiḓe"/>
              <p:cNvGrpSpPr/>
              <p:nvPr/>
            </p:nvGrpSpPr>
            <p:grpSpPr bwMode="auto">
              <a:xfrm>
                <a:off x="4447714" y="3505790"/>
                <a:ext cx="427478" cy="427477"/>
                <a:chOff x="0" y="0"/>
                <a:chExt cx="576" cy="576"/>
              </a:xfrm>
              <a:solidFill>
                <a:srgbClr val="D8574A"/>
              </a:solidFill>
              <a:effectLst/>
            </p:grpSpPr>
            <p:sp>
              <p:nvSpPr>
                <p:cNvPr id="26" name="îşľíḋè"/>
                <p:cNvSpPr/>
                <p:nvPr/>
              </p:nvSpPr>
              <p:spPr bwMode="auto">
                <a:xfrm>
                  <a:off x="0" y="0"/>
                  <a:ext cx="417" cy="57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w 21600"/>
                    <a:gd name="T29" fmla="*/ 0 h 21600"/>
                    <a:gd name="T30" fmla="*/ 0 w 21600"/>
                    <a:gd name="T31" fmla="*/ 0 h 21600"/>
                    <a:gd name="T32" fmla="*/ 0 w 21600"/>
                    <a:gd name="T33" fmla="*/ 0 h 2160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600" h="21600">
                      <a:moveTo>
                        <a:pt x="15216" y="19801"/>
                      </a:moveTo>
                      <a:lnTo>
                        <a:pt x="2483" y="19801"/>
                      </a:lnTo>
                      <a:lnTo>
                        <a:pt x="2483" y="6325"/>
                      </a:lnTo>
                      <a:lnTo>
                        <a:pt x="8722" y="6325"/>
                      </a:lnTo>
                      <a:lnTo>
                        <a:pt x="8722" y="1799"/>
                      </a:lnTo>
                      <a:lnTo>
                        <a:pt x="19117" y="1799"/>
                      </a:lnTo>
                      <a:lnTo>
                        <a:pt x="19117" y="6267"/>
                      </a:lnTo>
                      <a:lnTo>
                        <a:pt x="21600" y="6267"/>
                      </a:lnTo>
                      <a:lnTo>
                        <a:pt x="21600" y="0"/>
                      </a:lnTo>
                      <a:lnTo>
                        <a:pt x="6239" y="0"/>
                      </a:lnTo>
                      <a:lnTo>
                        <a:pt x="6239" y="13"/>
                      </a:lnTo>
                      <a:lnTo>
                        <a:pt x="0" y="4526"/>
                      </a:lnTo>
                      <a:lnTo>
                        <a:pt x="0" y="21600"/>
                      </a:lnTo>
                      <a:lnTo>
                        <a:pt x="15216" y="21600"/>
                      </a:lnTo>
                      <a:lnTo>
                        <a:pt x="15216" y="21576"/>
                      </a:lnTo>
                      <a:lnTo>
                        <a:pt x="15216" y="19801"/>
                      </a:lnTo>
                      <a:close/>
                      <a:moveTo>
                        <a:pt x="15216" y="19801"/>
                      </a:moveTo>
                    </a:path>
                  </a:pathLst>
                </a:custGeom>
                <a:solidFill>
                  <a:schemeClr val="accent5"/>
                </a:solidFill>
                <a:ln>
                  <a:noFill/>
                </a:ln>
              </p:spPr>
              <p:txBody>
                <a:bodyPr anchor="ctr"/>
                <a:lstStyle/>
                <a:p>
                  <a:pPr algn="ctr"/>
                  <a:endParaRPr b="1">
                    <a:solidFill>
                      <a:schemeClr val="bg1"/>
                    </a:solidFill>
                    <a:latin typeface="+mn-ea"/>
                  </a:endParaRPr>
                </a:p>
              </p:txBody>
            </p:sp>
            <p:sp>
              <p:nvSpPr>
                <p:cNvPr id="27" name="íšľîḋe"/>
                <p:cNvSpPr/>
                <p:nvPr/>
              </p:nvSpPr>
              <p:spPr bwMode="auto">
                <a:xfrm>
                  <a:off x="215" y="216"/>
                  <a:ext cx="361" cy="36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600" h="21600">
                      <a:moveTo>
                        <a:pt x="13856" y="0"/>
                      </a:moveTo>
                      <a:lnTo>
                        <a:pt x="7745" y="0"/>
                      </a:lnTo>
                      <a:lnTo>
                        <a:pt x="7745" y="7746"/>
                      </a:lnTo>
                      <a:lnTo>
                        <a:pt x="0" y="7746"/>
                      </a:lnTo>
                      <a:lnTo>
                        <a:pt x="0" y="13855"/>
                      </a:lnTo>
                      <a:lnTo>
                        <a:pt x="7745" y="13855"/>
                      </a:lnTo>
                      <a:lnTo>
                        <a:pt x="7745" y="21600"/>
                      </a:lnTo>
                      <a:lnTo>
                        <a:pt x="13856" y="21600"/>
                      </a:lnTo>
                      <a:lnTo>
                        <a:pt x="13856" y="13855"/>
                      </a:lnTo>
                      <a:lnTo>
                        <a:pt x="21600" y="13855"/>
                      </a:lnTo>
                      <a:lnTo>
                        <a:pt x="21600" y="7745"/>
                      </a:lnTo>
                      <a:lnTo>
                        <a:pt x="13856" y="7745"/>
                      </a:lnTo>
                      <a:lnTo>
                        <a:pt x="13856" y="0"/>
                      </a:lnTo>
                      <a:close/>
                      <a:moveTo>
                        <a:pt x="13856" y="0"/>
                      </a:moveTo>
                    </a:path>
                  </a:pathLst>
                </a:custGeom>
                <a:solidFill>
                  <a:schemeClr val="accent5"/>
                </a:solidFill>
                <a:ln>
                  <a:noFill/>
                </a:ln>
              </p:spPr>
              <p:txBody>
                <a:bodyPr anchor="ctr"/>
                <a:lstStyle/>
                <a:p>
                  <a:pPr algn="ctr"/>
                  <a:endParaRPr b="1">
                    <a:solidFill>
                      <a:schemeClr val="bg1"/>
                    </a:solidFill>
                    <a:latin typeface="+mn-ea"/>
                  </a:endParaRPr>
                </a:p>
              </p:txBody>
            </p:sp>
          </p:grpSp>
          <p:cxnSp>
            <p:nvCxnSpPr>
              <p:cNvPr id="23" name="Straight Connector 113"/>
              <p:cNvCxnSpPr/>
              <p:nvPr/>
            </p:nvCxnSpPr>
            <p:spPr>
              <a:xfrm>
                <a:off x="6104272" y="2981763"/>
                <a:ext cx="0" cy="1868186"/>
              </a:xfrm>
              <a:prstGeom prst="line">
                <a:avLst/>
              </a:prstGeom>
              <a:ln w="12700" cmpd="sng">
                <a:solidFill>
                  <a:schemeClr val="accent3"/>
                </a:solidFill>
                <a:prstDash val="sysDash"/>
                <a:headEnd type="none"/>
                <a:tailEnd type="oval" w="lg" len="lg"/>
              </a:ln>
              <a:effectLst/>
            </p:spPr>
            <p:style>
              <a:lnRef idx="2">
                <a:schemeClr val="accent1"/>
              </a:lnRef>
              <a:fillRef idx="0">
                <a:schemeClr val="accent1"/>
              </a:fillRef>
              <a:effectRef idx="1">
                <a:schemeClr val="accent1"/>
              </a:effectRef>
              <a:fontRef idx="minor">
                <a:schemeClr val="tx1"/>
              </a:fontRef>
            </p:style>
          </p:cxnSp>
          <p:cxnSp>
            <p:nvCxnSpPr>
              <p:cNvPr id="24" name="Straight Connector 114"/>
              <p:cNvCxnSpPr/>
              <p:nvPr/>
            </p:nvCxnSpPr>
            <p:spPr>
              <a:xfrm flipV="1">
                <a:off x="8620810" y="3228770"/>
                <a:ext cx="503488" cy="1"/>
              </a:xfrm>
              <a:prstGeom prst="line">
                <a:avLst/>
              </a:prstGeom>
              <a:ln w="12700" cmpd="sng">
                <a:solidFill>
                  <a:schemeClr val="accent1"/>
                </a:solidFill>
                <a:prstDash val="sysDash"/>
                <a:headEnd type="none"/>
                <a:tailEnd type="oval" w="lg" len="lg"/>
              </a:ln>
              <a:effectLst/>
            </p:spPr>
            <p:style>
              <a:lnRef idx="2">
                <a:schemeClr val="accent1"/>
              </a:lnRef>
              <a:fillRef idx="0">
                <a:schemeClr val="accent1"/>
              </a:fillRef>
              <a:effectRef idx="1">
                <a:schemeClr val="accent1"/>
              </a:effectRef>
              <a:fontRef idx="minor">
                <a:schemeClr val="tx1"/>
              </a:fontRef>
            </p:style>
          </p:cxnSp>
          <p:cxnSp>
            <p:nvCxnSpPr>
              <p:cNvPr id="25" name="Straight Connector 115"/>
              <p:cNvCxnSpPr/>
              <p:nvPr/>
            </p:nvCxnSpPr>
            <p:spPr>
              <a:xfrm flipH="1" flipV="1">
                <a:off x="3067538" y="3228770"/>
                <a:ext cx="503488" cy="1"/>
              </a:xfrm>
              <a:prstGeom prst="line">
                <a:avLst/>
              </a:prstGeom>
              <a:ln w="12700" cmpd="sng">
                <a:solidFill>
                  <a:schemeClr val="accent5"/>
                </a:solidFill>
                <a:prstDash val="sysDash"/>
                <a:headEnd type="none"/>
                <a:tailEnd type="oval" w="lg" len="lg"/>
              </a:ln>
              <a:effectLst/>
            </p:spPr>
            <p:style>
              <a:lnRef idx="2">
                <a:schemeClr val="accent1"/>
              </a:lnRef>
              <a:fillRef idx="0">
                <a:schemeClr val="accent1"/>
              </a:fillRef>
              <a:effectRef idx="1">
                <a:schemeClr val="accent1"/>
              </a:effectRef>
              <a:fontRef idx="minor">
                <a:schemeClr val="tx1"/>
              </a:fontRef>
            </p:style>
          </p:cxnSp>
        </p:grpSp>
        <p:sp>
          <p:nvSpPr>
            <p:cNvPr id="12" name="iṣḷiḓè"/>
            <p:cNvSpPr/>
            <p:nvPr/>
          </p:nvSpPr>
          <p:spPr>
            <a:xfrm>
              <a:off x="1374021" y="3102722"/>
              <a:ext cx="2052713" cy="362850"/>
            </a:xfrm>
            <a:prstGeom prst="rect">
              <a:avLst/>
            </a:prstGeom>
          </p:spPr>
          <p:txBody>
            <a:bodyPr wrap="none" lIns="144000" tIns="0" rIns="144000" bIns="0">
              <a:noAutofit/>
            </a:bodyPr>
            <a:lstStyle/>
            <a:p>
              <a:pPr algn="ctr"/>
              <a:r>
                <a:rPr lang="en-US" altLang="zh-CN" sz="4000" b="1" dirty="0">
                  <a:solidFill>
                    <a:schemeClr val="bg1"/>
                  </a:solidFill>
                  <a:latin typeface="方正大黑简体" panose="02010601030101010101" charset="-122"/>
                  <a:ea typeface="方正大黑简体" panose="02010601030101010101" charset="-122"/>
                </a:rPr>
                <a:t>Fair</a:t>
              </a:r>
              <a:r>
                <a:rPr lang="zh-CN" altLang="en-US" sz="4000" b="1" dirty="0">
                  <a:solidFill>
                    <a:schemeClr val="bg1"/>
                  </a:solidFill>
                  <a:latin typeface="方正大黑简体" panose="02010601030101010101" charset="-122"/>
                  <a:ea typeface="方正大黑简体" panose="02010601030101010101" charset="-122"/>
                </a:rPr>
                <a:t> </a:t>
              </a:r>
              <a:r>
                <a:rPr lang="en-US" altLang="zh-CN" sz="4000" b="1" dirty="0">
                  <a:solidFill>
                    <a:schemeClr val="bg1"/>
                  </a:solidFill>
                  <a:latin typeface="方正大黑简体" panose="02010601030101010101" charset="-122"/>
                  <a:ea typeface="方正大黑简体" panose="02010601030101010101" charset="-122"/>
                </a:rPr>
                <a:t>A</a:t>
              </a:r>
              <a:endParaRPr lang="zh-CN" altLang="en-US" sz="4000" b="1" dirty="0">
                <a:solidFill>
                  <a:schemeClr val="bg1"/>
                </a:solidFill>
                <a:latin typeface="方正大黑简体" panose="02010601030101010101" charset="-122"/>
                <a:ea typeface="方正大黑简体" panose="02010601030101010101" charset="-122"/>
              </a:endParaRPr>
            </a:p>
          </p:txBody>
        </p:sp>
        <p:sp>
          <p:nvSpPr>
            <p:cNvPr id="10" name="ï$ḷîḓê"/>
            <p:cNvSpPr/>
            <p:nvPr/>
          </p:nvSpPr>
          <p:spPr>
            <a:xfrm>
              <a:off x="9273586" y="2936234"/>
              <a:ext cx="2052713" cy="362850"/>
            </a:xfrm>
            <a:prstGeom prst="rect">
              <a:avLst/>
            </a:prstGeom>
          </p:spPr>
          <p:txBody>
            <a:bodyPr wrap="none" lIns="144000" tIns="0" rIns="144000" bIns="0">
              <a:noAutofit/>
            </a:bodyPr>
            <a:lstStyle/>
            <a:p>
              <a:pPr algn="ctr"/>
              <a:r>
                <a:rPr lang="en-US" altLang="zh-CN" sz="4000" b="1" dirty="0">
                  <a:solidFill>
                    <a:schemeClr val="bg1"/>
                  </a:solidFill>
                  <a:latin typeface="方正大黑简体" panose="02010601030101010101" charset="-122"/>
                  <a:ea typeface="方正大黑简体" panose="02010601030101010101" charset="-122"/>
                </a:rPr>
                <a:t>Open and </a:t>
              </a:r>
            </a:p>
            <a:p>
              <a:pPr algn="ctr"/>
              <a:r>
                <a:rPr lang="en-US" altLang="zh-CN" sz="4000" b="1" dirty="0">
                  <a:solidFill>
                    <a:schemeClr val="bg1"/>
                  </a:solidFill>
                  <a:latin typeface="方正大黑简体" panose="02010601030101010101" charset="-122"/>
                  <a:ea typeface="方正大黑简体" panose="02010601030101010101" charset="-122"/>
                </a:rPr>
                <a:t>transparent</a:t>
              </a:r>
              <a:endParaRPr lang="zh-CN" altLang="en-US" sz="4000" b="1" dirty="0">
                <a:solidFill>
                  <a:schemeClr val="bg1"/>
                </a:solidFill>
                <a:latin typeface="方正大黑简体" panose="02010601030101010101" charset="-122"/>
                <a:ea typeface="方正大黑简体" panose="02010601030101010101" charset="-122"/>
              </a:endParaRPr>
            </a:p>
          </p:txBody>
        </p:sp>
        <p:sp>
          <p:nvSpPr>
            <p:cNvPr id="8" name="îŝḷiḍé"/>
            <p:cNvSpPr/>
            <p:nvPr/>
          </p:nvSpPr>
          <p:spPr>
            <a:xfrm>
              <a:off x="5084728" y="4998219"/>
              <a:ext cx="2052713" cy="362850"/>
            </a:xfrm>
            <a:prstGeom prst="rect">
              <a:avLst/>
            </a:prstGeom>
          </p:spPr>
          <p:txBody>
            <a:bodyPr wrap="none" lIns="144000" tIns="0" rIns="144000" bIns="0">
              <a:noAutofit/>
            </a:bodyPr>
            <a:lstStyle/>
            <a:p>
              <a:pPr algn="ctr"/>
              <a:r>
                <a:rPr lang="en-US" altLang="zh-CN" sz="4000" b="1" dirty="0">
                  <a:solidFill>
                    <a:schemeClr val="bg1"/>
                  </a:solidFill>
                  <a:latin typeface="方正大黑简体" panose="02010601030101010101" charset="-122"/>
                  <a:ea typeface="方正大黑简体" panose="02010601030101010101" charset="-122"/>
                </a:rPr>
                <a:t>Fair</a:t>
              </a:r>
              <a:r>
                <a:rPr lang="zh-CN" altLang="en-US" sz="4000" b="1" dirty="0">
                  <a:solidFill>
                    <a:schemeClr val="bg1"/>
                  </a:solidFill>
                  <a:latin typeface="方正大黑简体" panose="02010601030101010101" charset="-122"/>
                  <a:ea typeface="方正大黑简体" panose="02010601030101010101" charset="-122"/>
                </a:rPr>
                <a:t> </a:t>
              </a:r>
              <a:r>
                <a:rPr lang="en-US" altLang="zh-CN" sz="4000" b="1" dirty="0">
                  <a:solidFill>
                    <a:schemeClr val="bg1"/>
                  </a:solidFill>
                  <a:latin typeface="方正大黑简体" panose="02010601030101010101" charset="-122"/>
                  <a:ea typeface="方正大黑简体" panose="02010601030101010101" charset="-122"/>
                </a:rPr>
                <a:t>B</a:t>
              </a:r>
              <a:endParaRPr lang="zh-CN" altLang="en-US" sz="4000" b="1" dirty="0">
                <a:solidFill>
                  <a:schemeClr val="bg1"/>
                </a:solidFill>
                <a:latin typeface="方正大黑简体" panose="02010601030101010101" charset="-122"/>
                <a:ea typeface="方正大黑简体" panose="02010601030101010101" charset="-122"/>
              </a:endParaRPr>
            </a:p>
          </p:txBody>
        </p:sp>
      </p:grpSp>
      <p:grpSp>
        <p:nvGrpSpPr>
          <p:cNvPr id="49" name="组合 48"/>
          <p:cNvGrpSpPr/>
          <p:nvPr/>
        </p:nvGrpSpPr>
        <p:grpSpPr>
          <a:xfrm>
            <a:off x="1980565" y="734060"/>
            <a:ext cx="7688536" cy="1202059"/>
            <a:chOff x="1120877" y="766916"/>
            <a:chExt cx="4689374" cy="1201819"/>
          </a:xfrm>
        </p:grpSpPr>
        <p:sp>
          <p:nvSpPr>
            <p:cNvPr id="50" name="矩形 49"/>
            <p:cNvSpPr/>
            <p:nvPr/>
          </p:nvSpPr>
          <p:spPr>
            <a:xfrm>
              <a:off x="1120877" y="766916"/>
              <a:ext cx="501446" cy="648929"/>
            </a:xfrm>
            <a:prstGeom prst="rect">
              <a:avLst/>
            </a:prstGeom>
            <a:solidFill>
              <a:srgbClr val="FEC35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Textfeld 29"/>
            <p:cNvSpPr txBox="1"/>
            <p:nvPr/>
          </p:nvSpPr>
          <p:spPr>
            <a:xfrm>
              <a:off x="1869713" y="799417"/>
              <a:ext cx="3940538" cy="1169318"/>
            </a:xfrm>
            <a:prstGeom prst="rect">
              <a:avLst/>
            </a:prstGeom>
            <a:noFill/>
          </p:spPr>
          <p:txBody>
            <a:bodyPr wrap="square" rtlCol="0">
              <a:spAutoFit/>
            </a:bodyPr>
            <a:lstStyle/>
            <a:p>
              <a:pPr defTabSz="228600"/>
              <a:r>
                <a:rPr lang="en-US" altLang="zh-CN" sz="3500" b="1" spc="600" dirty="0">
                  <a:solidFill>
                    <a:schemeClr val="bg1"/>
                  </a:solidFill>
                  <a:latin typeface="微软雅黑" panose="020B0503020204020204" pitchFamily="34" charset="-122"/>
                  <a:ea typeface="微软雅黑" panose="020B0503020204020204" pitchFamily="34" charset="-122"/>
                  <a:sym typeface="+mn-ea"/>
                </a:rPr>
                <a:t>Good Luck</a:t>
              </a:r>
              <a:r>
                <a:rPr lang="zh-CN" altLang="en-US" sz="35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 </a:t>
              </a:r>
              <a:r>
                <a:rPr lang="en-US" altLang="zh-CN" sz="35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Advantage</a:t>
              </a:r>
              <a:endParaRPr lang="de-DE" sz="2000" dirty="0">
                <a:solidFill>
                  <a:schemeClr val="bg1"/>
                </a:solidFill>
                <a:latin typeface="微软雅黑" panose="020B0503020204020204" pitchFamily="34" charset="-122"/>
                <a:ea typeface="微软雅黑" panose="020B0503020204020204" pitchFamily="34" charset="-122"/>
                <a:cs typeface="+mn-ea"/>
                <a:sym typeface="+mn-lt"/>
              </a:endParaRPr>
            </a:p>
          </p:txBody>
        </p:sp>
      </p:grpSp>
      <p:pic>
        <p:nvPicPr>
          <p:cNvPr id="2" name="图片 1" descr="Good Luck logo-已转曲(1)"/>
          <p:cNvPicPr>
            <a:picLocks noChangeAspect="1"/>
          </p:cNvPicPr>
          <p:nvPr/>
        </p:nvPicPr>
        <p:blipFill>
          <a:blip r:embed="rId4"/>
          <a:stretch>
            <a:fillRect/>
          </a:stretch>
        </p:blipFill>
        <p:spPr>
          <a:xfrm>
            <a:off x="226695" y="196850"/>
            <a:ext cx="1271270" cy="127127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3000" advTm="3000">
        <p14:shred pattern="rectangle" dir="out"/>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eb5d8291-58c6-468e-99db-12ce68c0cf2c"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952919" y="1794209"/>
            <a:ext cx="10637877" cy="4252468"/>
            <a:chOff x="969428" y="1572809"/>
            <a:chExt cx="10637877" cy="4252468"/>
          </a:xfrm>
        </p:grpSpPr>
        <p:grpSp>
          <p:nvGrpSpPr>
            <p:cNvPr id="4" name="ïs1iḓê"/>
            <p:cNvGrpSpPr/>
            <p:nvPr/>
          </p:nvGrpSpPr>
          <p:grpSpPr>
            <a:xfrm>
              <a:off x="4165426" y="1572809"/>
              <a:ext cx="3005674" cy="2274328"/>
              <a:chOff x="4567743" y="2339183"/>
              <a:chExt cx="2406635" cy="1821049"/>
            </a:xfrm>
          </p:grpSpPr>
          <p:sp>
            <p:nvSpPr>
              <p:cNvPr id="31" name="ïṣļîdê"/>
              <p:cNvSpPr/>
              <p:nvPr/>
            </p:nvSpPr>
            <p:spPr bwMode="auto">
              <a:xfrm>
                <a:off x="4567743" y="3271963"/>
                <a:ext cx="888271" cy="888269"/>
              </a:xfrm>
              <a:prstGeom prst="ellipse">
                <a:avLst/>
              </a:prstGeom>
              <a:solidFill>
                <a:schemeClr val="accent1"/>
              </a:solidFill>
              <a:ln w="15875" cap="flat">
                <a:noFill/>
                <a:prstDash val="solid"/>
                <a:miter lim="800000"/>
              </a:ln>
            </p:spPr>
            <p:txBody>
              <a:bodyPr anchor="ctr"/>
              <a:lstStyle/>
              <a:p>
                <a:pPr algn="ctr"/>
                <a:endParaRPr b="1">
                  <a:solidFill>
                    <a:schemeClr val="bg1"/>
                  </a:solidFill>
                  <a:latin typeface="+mn-ea"/>
                </a:endParaRPr>
              </a:p>
            </p:txBody>
          </p:sp>
          <p:grpSp>
            <p:nvGrpSpPr>
              <p:cNvPr id="32" name="îśļíḋê"/>
              <p:cNvGrpSpPr/>
              <p:nvPr/>
            </p:nvGrpSpPr>
            <p:grpSpPr>
              <a:xfrm>
                <a:off x="5173110" y="2339183"/>
                <a:ext cx="1801268" cy="1472864"/>
                <a:chOff x="3649108" y="1481932"/>
                <a:chExt cx="1801268" cy="1472864"/>
              </a:xfrm>
            </p:grpSpPr>
            <p:sp>
              <p:nvSpPr>
                <p:cNvPr id="33" name="ïṩľiḑe"/>
                <p:cNvSpPr/>
                <p:nvPr/>
              </p:nvSpPr>
              <p:spPr bwMode="auto">
                <a:xfrm>
                  <a:off x="3649108" y="2127250"/>
                  <a:ext cx="859375" cy="827546"/>
                </a:xfrm>
                <a:custGeom>
                  <a:avLst/>
                  <a:gdLst>
                    <a:gd name="T0" fmla="*/ 116 w 182"/>
                    <a:gd name="T1" fmla="*/ 0 h 175"/>
                    <a:gd name="T2" fmla="*/ 0 w 182"/>
                    <a:gd name="T3" fmla="*/ 68 h 175"/>
                    <a:gd name="T4" fmla="*/ 58 w 182"/>
                    <a:gd name="T5" fmla="*/ 175 h 175"/>
                    <a:gd name="T6" fmla="*/ 182 w 182"/>
                    <a:gd name="T7" fmla="*/ 112 h 175"/>
                    <a:gd name="T8" fmla="*/ 116 w 182"/>
                    <a:gd name="T9" fmla="*/ 0 h 175"/>
                  </a:gdLst>
                  <a:ahLst/>
                  <a:cxnLst>
                    <a:cxn ang="0">
                      <a:pos x="T0" y="T1"/>
                    </a:cxn>
                    <a:cxn ang="0">
                      <a:pos x="T2" y="T3"/>
                    </a:cxn>
                    <a:cxn ang="0">
                      <a:pos x="T4" y="T5"/>
                    </a:cxn>
                    <a:cxn ang="0">
                      <a:pos x="T6" y="T7"/>
                    </a:cxn>
                    <a:cxn ang="0">
                      <a:pos x="T8" y="T9"/>
                    </a:cxn>
                  </a:cxnLst>
                  <a:rect l="0" t="0" r="r" b="b"/>
                  <a:pathLst>
                    <a:path w="182" h="175">
                      <a:moveTo>
                        <a:pt x="116" y="0"/>
                      </a:moveTo>
                      <a:cubicBezTo>
                        <a:pt x="116" y="0"/>
                        <a:pt x="80" y="57"/>
                        <a:pt x="0" y="68"/>
                      </a:cubicBezTo>
                      <a:cubicBezTo>
                        <a:pt x="0" y="68"/>
                        <a:pt x="65" y="92"/>
                        <a:pt x="58" y="175"/>
                      </a:cubicBezTo>
                      <a:cubicBezTo>
                        <a:pt x="58" y="175"/>
                        <a:pt x="99" y="108"/>
                        <a:pt x="182" y="112"/>
                      </a:cubicBezTo>
                      <a:cubicBezTo>
                        <a:pt x="182" y="112"/>
                        <a:pt x="123" y="83"/>
                        <a:pt x="116" y="0"/>
                      </a:cubicBezTo>
                      <a:close/>
                    </a:path>
                  </a:pathLst>
                </a:custGeom>
                <a:solidFill>
                  <a:schemeClr val="accent1"/>
                </a:solidFill>
                <a:ln w="15875" cap="flat">
                  <a:noFill/>
                  <a:prstDash val="solid"/>
                  <a:miter lim="800000"/>
                </a:ln>
              </p:spPr>
              <p:txBody>
                <a:bodyPr anchor="ctr"/>
                <a:lstStyle/>
                <a:p>
                  <a:pPr algn="ctr"/>
                  <a:endParaRPr b="1">
                    <a:solidFill>
                      <a:schemeClr val="bg1"/>
                    </a:solidFill>
                    <a:latin typeface="+mn-ea"/>
                  </a:endParaRPr>
                </a:p>
              </p:txBody>
            </p:sp>
            <p:sp>
              <p:nvSpPr>
                <p:cNvPr id="34" name="ïṧlîḓé"/>
                <p:cNvSpPr/>
                <p:nvPr/>
              </p:nvSpPr>
              <p:spPr bwMode="auto">
                <a:xfrm>
                  <a:off x="4192160" y="1481932"/>
                  <a:ext cx="1258216" cy="1272064"/>
                </a:xfrm>
                <a:prstGeom prst="ellipse">
                  <a:avLst/>
                </a:prstGeom>
                <a:solidFill>
                  <a:schemeClr val="accent1"/>
                </a:solidFill>
                <a:ln w="15875" cap="flat">
                  <a:noFill/>
                  <a:prstDash val="solid"/>
                  <a:miter lim="800000"/>
                </a:ln>
              </p:spPr>
              <p:txBody>
                <a:bodyPr anchor="ctr"/>
                <a:lstStyle/>
                <a:p>
                  <a:pPr algn="ctr"/>
                  <a:endParaRPr b="1">
                    <a:solidFill>
                      <a:schemeClr val="bg1"/>
                    </a:solidFill>
                    <a:latin typeface="+mn-ea"/>
                  </a:endParaRPr>
                </a:p>
              </p:txBody>
            </p:sp>
          </p:grpSp>
        </p:grpSp>
        <p:grpSp>
          <p:nvGrpSpPr>
            <p:cNvPr id="5" name="iṥļíḋé"/>
            <p:cNvGrpSpPr/>
            <p:nvPr/>
          </p:nvGrpSpPr>
          <p:grpSpPr>
            <a:xfrm>
              <a:off x="5715823" y="1708700"/>
              <a:ext cx="2272871" cy="2336097"/>
              <a:chOff x="5809141" y="2447991"/>
              <a:chExt cx="1819882" cy="1870508"/>
            </a:xfrm>
          </p:grpSpPr>
          <p:sp>
            <p:nvSpPr>
              <p:cNvPr id="27" name="ïṩ1iḍê"/>
              <p:cNvSpPr/>
              <p:nvPr/>
            </p:nvSpPr>
            <p:spPr bwMode="auto">
              <a:xfrm>
                <a:off x="5809141" y="2447991"/>
                <a:ext cx="1076211" cy="1080167"/>
              </a:xfrm>
              <a:prstGeom prst="ellipse">
                <a:avLst/>
              </a:prstGeom>
              <a:solidFill>
                <a:schemeClr val="accent2"/>
              </a:solidFill>
              <a:ln w="15875" cap="flat">
                <a:noFill/>
                <a:prstDash val="solid"/>
                <a:miter lim="800000"/>
              </a:ln>
            </p:spPr>
            <p:txBody>
              <a:bodyPr anchor="ctr"/>
              <a:lstStyle/>
              <a:p>
                <a:pPr algn="ctr"/>
                <a:endParaRPr b="1">
                  <a:solidFill>
                    <a:schemeClr val="bg1"/>
                  </a:solidFill>
                  <a:latin typeface="+mn-ea"/>
                </a:endParaRPr>
              </a:p>
            </p:txBody>
          </p:sp>
          <p:grpSp>
            <p:nvGrpSpPr>
              <p:cNvPr id="28" name="î$ḻïḓé"/>
              <p:cNvGrpSpPr/>
              <p:nvPr/>
            </p:nvGrpSpPr>
            <p:grpSpPr>
              <a:xfrm>
                <a:off x="6461991" y="3138427"/>
                <a:ext cx="1167032" cy="1180072"/>
                <a:chOff x="4937990" y="2281176"/>
                <a:chExt cx="1167032" cy="1180072"/>
              </a:xfrm>
            </p:grpSpPr>
            <p:sp>
              <p:nvSpPr>
                <p:cNvPr id="29" name="iṡḻídé"/>
                <p:cNvSpPr/>
                <p:nvPr/>
              </p:nvSpPr>
              <p:spPr bwMode="auto">
                <a:xfrm>
                  <a:off x="5339409" y="2695635"/>
                  <a:ext cx="765613" cy="765613"/>
                </a:xfrm>
                <a:prstGeom prst="ellipse">
                  <a:avLst/>
                </a:prstGeom>
                <a:solidFill>
                  <a:schemeClr val="accent2"/>
                </a:solidFill>
                <a:ln w="15875" cap="flat">
                  <a:noFill/>
                  <a:prstDash val="solid"/>
                  <a:miter lim="800000"/>
                </a:ln>
              </p:spPr>
              <p:txBody>
                <a:bodyPr anchor="ctr"/>
                <a:lstStyle/>
                <a:p>
                  <a:pPr algn="ctr"/>
                  <a:endParaRPr b="1">
                    <a:solidFill>
                      <a:schemeClr val="bg1"/>
                    </a:solidFill>
                    <a:latin typeface="+mn-ea"/>
                  </a:endParaRPr>
                </a:p>
              </p:txBody>
            </p:sp>
            <p:sp>
              <p:nvSpPr>
                <p:cNvPr id="30" name="ï$1îḓé"/>
                <p:cNvSpPr/>
                <p:nvPr/>
              </p:nvSpPr>
              <p:spPr bwMode="auto">
                <a:xfrm>
                  <a:off x="4937990" y="2281176"/>
                  <a:ext cx="769865" cy="753950"/>
                </a:xfrm>
                <a:custGeom>
                  <a:avLst/>
                  <a:gdLst>
                    <a:gd name="T0" fmla="*/ 85 w 163"/>
                    <a:gd name="T1" fmla="*/ 0 h 160"/>
                    <a:gd name="T2" fmla="*/ 0 w 163"/>
                    <a:gd name="T3" fmla="*/ 79 h 160"/>
                    <a:gd name="T4" fmla="*/ 86 w 163"/>
                    <a:gd name="T5" fmla="*/ 160 h 160"/>
                    <a:gd name="T6" fmla="*/ 163 w 163"/>
                    <a:gd name="T7" fmla="*/ 89 h 160"/>
                    <a:gd name="T8" fmla="*/ 85 w 163"/>
                    <a:gd name="T9" fmla="*/ 0 h 160"/>
                  </a:gdLst>
                  <a:ahLst/>
                  <a:cxnLst>
                    <a:cxn ang="0">
                      <a:pos x="T0" y="T1"/>
                    </a:cxn>
                    <a:cxn ang="0">
                      <a:pos x="T2" y="T3"/>
                    </a:cxn>
                    <a:cxn ang="0">
                      <a:pos x="T4" y="T5"/>
                    </a:cxn>
                    <a:cxn ang="0">
                      <a:pos x="T6" y="T7"/>
                    </a:cxn>
                    <a:cxn ang="0">
                      <a:pos x="T8" y="T9"/>
                    </a:cxn>
                  </a:cxnLst>
                  <a:rect l="0" t="0" r="r" b="b"/>
                  <a:pathLst>
                    <a:path w="163" h="160">
                      <a:moveTo>
                        <a:pt x="85" y="0"/>
                      </a:moveTo>
                      <a:cubicBezTo>
                        <a:pt x="85" y="0"/>
                        <a:pt x="57" y="58"/>
                        <a:pt x="0" y="79"/>
                      </a:cubicBezTo>
                      <a:cubicBezTo>
                        <a:pt x="0" y="79"/>
                        <a:pt x="69" y="106"/>
                        <a:pt x="86" y="160"/>
                      </a:cubicBezTo>
                      <a:cubicBezTo>
                        <a:pt x="86" y="160"/>
                        <a:pt x="99" y="95"/>
                        <a:pt x="163" y="89"/>
                      </a:cubicBezTo>
                      <a:cubicBezTo>
                        <a:pt x="163" y="89"/>
                        <a:pt x="108" y="70"/>
                        <a:pt x="85" y="0"/>
                      </a:cubicBezTo>
                      <a:close/>
                    </a:path>
                  </a:pathLst>
                </a:custGeom>
                <a:solidFill>
                  <a:schemeClr val="accent2"/>
                </a:solidFill>
                <a:ln w="15875" cap="flat">
                  <a:noFill/>
                  <a:prstDash val="solid"/>
                  <a:miter lim="800000"/>
                </a:ln>
              </p:spPr>
              <p:txBody>
                <a:bodyPr anchor="ctr"/>
                <a:lstStyle/>
                <a:p>
                  <a:pPr algn="ctr"/>
                  <a:endParaRPr b="1">
                    <a:solidFill>
                      <a:schemeClr val="bg1"/>
                    </a:solidFill>
                    <a:latin typeface="+mn-ea"/>
                  </a:endParaRPr>
                </a:p>
              </p:txBody>
            </p:sp>
          </p:grpSp>
        </p:grpSp>
        <p:grpSp>
          <p:nvGrpSpPr>
            <p:cNvPr id="6" name="işḻïḍé"/>
            <p:cNvGrpSpPr/>
            <p:nvPr/>
          </p:nvGrpSpPr>
          <p:grpSpPr>
            <a:xfrm>
              <a:off x="5766467" y="3198567"/>
              <a:ext cx="2131036" cy="1535571"/>
              <a:chOff x="5849694" y="3640923"/>
              <a:chExt cx="1706315" cy="1229528"/>
            </a:xfrm>
          </p:grpSpPr>
          <p:grpSp>
            <p:nvGrpSpPr>
              <p:cNvPr id="23" name="íś1ïḓe"/>
              <p:cNvGrpSpPr/>
              <p:nvPr/>
            </p:nvGrpSpPr>
            <p:grpSpPr>
              <a:xfrm>
                <a:off x="5849694" y="3850624"/>
                <a:ext cx="1288882" cy="1019827"/>
                <a:chOff x="4325697" y="2993373"/>
                <a:chExt cx="1288882" cy="1019827"/>
              </a:xfrm>
            </p:grpSpPr>
            <p:sp>
              <p:nvSpPr>
                <p:cNvPr id="25" name="í$ļïdè"/>
                <p:cNvSpPr/>
                <p:nvPr/>
              </p:nvSpPr>
              <p:spPr bwMode="auto">
                <a:xfrm>
                  <a:off x="5013167" y="2993373"/>
                  <a:ext cx="601412" cy="569758"/>
                </a:xfrm>
                <a:custGeom>
                  <a:avLst/>
                  <a:gdLst>
                    <a:gd name="T0" fmla="*/ 0 w 128"/>
                    <a:gd name="T1" fmla="*/ 44 h 121"/>
                    <a:gd name="T2" fmla="*/ 43 w 128"/>
                    <a:gd name="T3" fmla="*/ 121 h 121"/>
                    <a:gd name="T4" fmla="*/ 128 w 128"/>
                    <a:gd name="T5" fmla="*/ 82 h 121"/>
                    <a:gd name="T6" fmla="*/ 89 w 128"/>
                    <a:gd name="T7" fmla="*/ 0 h 121"/>
                    <a:gd name="T8" fmla="*/ 0 w 128"/>
                    <a:gd name="T9" fmla="*/ 44 h 121"/>
                  </a:gdLst>
                  <a:ahLst/>
                  <a:cxnLst>
                    <a:cxn ang="0">
                      <a:pos x="T0" y="T1"/>
                    </a:cxn>
                    <a:cxn ang="0">
                      <a:pos x="T2" y="T3"/>
                    </a:cxn>
                    <a:cxn ang="0">
                      <a:pos x="T4" y="T5"/>
                    </a:cxn>
                    <a:cxn ang="0">
                      <a:pos x="T6" y="T7"/>
                    </a:cxn>
                    <a:cxn ang="0">
                      <a:pos x="T8" y="T9"/>
                    </a:cxn>
                  </a:cxnLst>
                  <a:rect l="0" t="0" r="r" b="b"/>
                  <a:pathLst>
                    <a:path w="128" h="121">
                      <a:moveTo>
                        <a:pt x="0" y="44"/>
                      </a:moveTo>
                      <a:cubicBezTo>
                        <a:pt x="0" y="44"/>
                        <a:pt x="40" y="68"/>
                        <a:pt x="43" y="121"/>
                      </a:cubicBezTo>
                      <a:cubicBezTo>
                        <a:pt x="43" y="121"/>
                        <a:pt x="74" y="73"/>
                        <a:pt x="128" y="82"/>
                      </a:cubicBezTo>
                      <a:cubicBezTo>
                        <a:pt x="128" y="82"/>
                        <a:pt x="75" y="60"/>
                        <a:pt x="89" y="0"/>
                      </a:cubicBezTo>
                      <a:cubicBezTo>
                        <a:pt x="89" y="0"/>
                        <a:pt x="67" y="45"/>
                        <a:pt x="0" y="44"/>
                      </a:cubicBezTo>
                      <a:close/>
                    </a:path>
                  </a:pathLst>
                </a:custGeom>
                <a:solidFill>
                  <a:schemeClr val="accent3"/>
                </a:solidFill>
                <a:ln w="15875" cap="flat">
                  <a:noFill/>
                  <a:prstDash val="solid"/>
                  <a:miter lim="800000"/>
                </a:ln>
              </p:spPr>
              <p:txBody>
                <a:bodyPr anchor="ctr"/>
                <a:lstStyle/>
                <a:p>
                  <a:pPr algn="ctr"/>
                  <a:endParaRPr b="1">
                    <a:solidFill>
                      <a:schemeClr val="bg1"/>
                    </a:solidFill>
                    <a:latin typeface="+mn-ea"/>
                  </a:endParaRPr>
                </a:p>
              </p:txBody>
            </p:sp>
            <p:sp>
              <p:nvSpPr>
                <p:cNvPr id="26" name="ïṥ1íḓè"/>
                <p:cNvSpPr/>
                <p:nvPr/>
              </p:nvSpPr>
              <p:spPr bwMode="auto">
                <a:xfrm>
                  <a:off x="4325697" y="3120974"/>
                  <a:ext cx="892226" cy="892226"/>
                </a:xfrm>
                <a:prstGeom prst="ellipse">
                  <a:avLst/>
                </a:prstGeom>
                <a:solidFill>
                  <a:schemeClr val="accent3"/>
                </a:solidFill>
                <a:ln w="15875" cap="flat">
                  <a:noFill/>
                  <a:prstDash val="solid"/>
                  <a:miter lim="800000"/>
                </a:ln>
              </p:spPr>
              <p:txBody>
                <a:bodyPr anchor="ctr"/>
                <a:lstStyle/>
                <a:p>
                  <a:pPr algn="ctr"/>
                  <a:endParaRPr b="1">
                    <a:solidFill>
                      <a:schemeClr val="bg1"/>
                    </a:solidFill>
                    <a:latin typeface="+mn-ea"/>
                  </a:endParaRPr>
                </a:p>
              </p:txBody>
            </p:sp>
          </p:grpSp>
          <p:sp>
            <p:nvSpPr>
              <p:cNvPr id="24" name="iṥľiďé"/>
              <p:cNvSpPr/>
              <p:nvPr/>
            </p:nvSpPr>
            <p:spPr bwMode="auto">
              <a:xfrm>
                <a:off x="6936792" y="3640923"/>
                <a:ext cx="619217" cy="615260"/>
              </a:xfrm>
              <a:prstGeom prst="ellipse">
                <a:avLst/>
              </a:prstGeom>
              <a:solidFill>
                <a:schemeClr val="accent3"/>
              </a:solidFill>
              <a:ln w="15875" cap="flat">
                <a:noFill/>
                <a:prstDash val="solid"/>
                <a:miter lim="800000"/>
              </a:ln>
            </p:spPr>
            <p:txBody>
              <a:bodyPr anchor="ctr"/>
              <a:lstStyle/>
              <a:p>
                <a:pPr algn="ctr"/>
                <a:endParaRPr b="1">
                  <a:solidFill>
                    <a:schemeClr val="bg1"/>
                  </a:solidFill>
                  <a:latin typeface="+mn-ea"/>
                </a:endParaRPr>
              </a:p>
            </p:txBody>
          </p:sp>
        </p:grpSp>
        <p:sp>
          <p:nvSpPr>
            <p:cNvPr id="7" name="ïṣ1îḑé"/>
            <p:cNvSpPr/>
            <p:nvPr/>
          </p:nvSpPr>
          <p:spPr bwMode="auto">
            <a:xfrm>
              <a:off x="5981307" y="3847138"/>
              <a:ext cx="661736" cy="661736"/>
            </a:xfrm>
            <a:custGeom>
              <a:avLst/>
              <a:gdLst>
                <a:gd name="T0" fmla="*/ 118 w 236"/>
                <a:gd name="T1" fmla="*/ 0 h 236"/>
                <a:gd name="T2" fmla="*/ 0 w 236"/>
                <a:gd name="T3" fmla="*/ 118 h 236"/>
                <a:gd name="T4" fmla="*/ 118 w 236"/>
                <a:gd name="T5" fmla="*/ 236 h 236"/>
                <a:gd name="T6" fmla="*/ 236 w 236"/>
                <a:gd name="T7" fmla="*/ 118 h 236"/>
                <a:gd name="T8" fmla="*/ 118 w 236"/>
                <a:gd name="T9" fmla="*/ 0 h 236"/>
                <a:gd name="T10" fmla="*/ 124 w 236"/>
                <a:gd name="T11" fmla="*/ 56 h 236"/>
                <a:gd name="T12" fmla="*/ 144 w 236"/>
                <a:gd name="T13" fmla="*/ 46 h 236"/>
                <a:gd name="T14" fmla="*/ 137 w 236"/>
                <a:gd name="T15" fmla="*/ 67 h 236"/>
                <a:gd name="T16" fmla="*/ 117 w 236"/>
                <a:gd name="T17" fmla="*/ 77 h 236"/>
                <a:gd name="T18" fmla="*/ 124 w 236"/>
                <a:gd name="T19" fmla="*/ 56 h 236"/>
                <a:gd name="T20" fmla="*/ 162 w 236"/>
                <a:gd name="T21" fmla="*/ 164 h 236"/>
                <a:gd name="T22" fmla="*/ 142 w 236"/>
                <a:gd name="T23" fmla="*/ 181 h 236"/>
                <a:gd name="T24" fmla="*/ 119 w 236"/>
                <a:gd name="T25" fmla="*/ 175 h 236"/>
                <a:gd name="T26" fmla="*/ 97 w 236"/>
                <a:gd name="T27" fmla="*/ 181 h 236"/>
                <a:gd name="T28" fmla="*/ 76 w 236"/>
                <a:gd name="T29" fmla="*/ 164 h 236"/>
                <a:gd name="T30" fmla="*/ 67 w 236"/>
                <a:gd name="T31" fmla="*/ 96 h 236"/>
                <a:gd name="T32" fmla="*/ 95 w 236"/>
                <a:gd name="T33" fmla="*/ 79 h 236"/>
                <a:gd name="T34" fmla="*/ 118 w 236"/>
                <a:gd name="T35" fmla="*/ 85 h 236"/>
                <a:gd name="T36" fmla="*/ 143 w 236"/>
                <a:gd name="T37" fmla="*/ 79 h 236"/>
                <a:gd name="T38" fmla="*/ 168 w 236"/>
                <a:gd name="T39" fmla="*/ 92 h 236"/>
                <a:gd name="T40" fmla="*/ 154 w 236"/>
                <a:gd name="T41" fmla="*/ 118 h 236"/>
                <a:gd name="T42" fmla="*/ 172 w 236"/>
                <a:gd name="T43" fmla="*/ 145 h 236"/>
                <a:gd name="T44" fmla="*/ 162 w 236"/>
                <a:gd name="T45" fmla="*/ 164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36" h="236">
                  <a:moveTo>
                    <a:pt x="118" y="0"/>
                  </a:moveTo>
                  <a:cubicBezTo>
                    <a:pt x="53" y="0"/>
                    <a:pt x="0" y="53"/>
                    <a:pt x="0" y="118"/>
                  </a:cubicBezTo>
                  <a:cubicBezTo>
                    <a:pt x="0" y="183"/>
                    <a:pt x="53" y="236"/>
                    <a:pt x="118" y="236"/>
                  </a:cubicBezTo>
                  <a:cubicBezTo>
                    <a:pt x="183" y="236"/>
                    <a:pt x="236" y="183"/>
                    <a:pt x="236" y="118"/>
                  </a:cubicBezTo>
                  <a:cubicBezTo>
                    <a:pt x="236" y="53"/>
                    <a:pt x="183" y="0"/>
                    <a:pt x="118" y="0"/>
                  </a:cubicBezTo>
                  <a:close/>
                  <a:moveTo>
                    <a:pt x="124" y="56"/>
                  </a:moveTo>
                  <a:cubicBezTo>
                    <a:pt x="129" y="50"/>
                    <a:pt x="137" y="46"/>
                    <a:pt x="144" y="46"/>
                  </a:cubicBezTo>
                  <a:cubicBezTo>
                    <a:pt x="144" y="54"/>
                    <a:pt x="141" y="62"/>
                    <a:pt x="137" y="67"/>
                  </a:cubicBezTo>
                  <a:cubicBezTo>
                    <a:pt x="132" y="73"/>
                    <a:pt x="124" y="78"/>
                    <a:pt x="117" y="77"/>
                  </a:cubicBezTo>
                  <a:cubicBezTo>
                    <a:pt x="115" y="69"/>
                    <a:pt x="119" y="61"/>
                    <a:pt x="124" y="56"/>
                  </a:cubicBezTo>
                  <a:close/>
                  <a:moveTo>
                    <a:pt x="162" y="164"/>
                  </a:moveTo>
                  <a:cubicBezTo>
                    <a:pt x="157" y="172"/>
                    <a:pt x="151" y="180"/>
                    <a:pt x="142" y="181"/>
                  </a:cubicBezTo>
                  <a:cubicBezTo>
                    <a:pt x="133" y="181"/>
                    <a:pt x="130" y="175"/>
                    <a:pt x="119" y="175"/>
                  </a:cubicBezTo>
                  <a:cubicBezTo>
                    <a:pt x="109" y="175"/>
                    <a:pt x="106" y="180"/>
                    <a:pt x="97" y="181"/>
                  </a:cubicBezTo>
                  <a:cubicBezTo>
                    <a:pt x="88" y="181"/>
                    <a:pt x="82" y="172"/>
                    <a:pt x="76" y="164"/>
                  </a:cubicBezTo>
                  <a:cubicBezTo>
                    <a:pt x="64" y="147"/>
                    <a:pt x="55" y="116"/>
                    <a:pt x="67" y="96"/>
                  </a:cubicBezTo>
                  <a:cubicBezTo>
                    <a:pt x="73" y="85"/>
                    <a:pt x="84" y="79"/>
                    <a:pt x="95" y="79"/>
                  </a:cubicBezTo>
                  <a:cubicBezTo>
                    <a:pt x="104" y="79"/>
                    <a:pt x="112" y="85"/>
                    <a:pt x="118" y="85"/>
                  </a:cubicBezTo>
                  <a:cubicBezTo>
                    <a:pt x="123" y="85"/>
                    <a:pt x="133" y="77"/>
                    <a:pt x="143" y="79"/>
                  </a:cubicBezTo>
                  <a:cubicBezTo>
                    <a:pt x="148" y="79"/>
                    <a:pt x="160" y="80"/>
                    <a:pt x="168" y="92"/>
                  </a:cubicBezTo>
                  <a:cubicBezTo>
                    <a:pt x="167" y="92"/>
                    <a:pt x="153" y="100"/>
                    <a:pt x="154" y="118"/>
                  </a:cubicBezTo>
                  <a:cubicBezTo>
                    <a:pt x="154" y="138"/>
                    <a:pt x="171" y="145"/>
                    <a:pt x="172" y="145"/>
                  </a:cubicBezTo>
                  <a:cubicBezTo>
                    <a:pt x="171" y="145"/>
                    <a:pt x="169" y="155"/>
                    <a:pt x="162" y="164"/>
                  </a:cubicBezTo>
                  <a:close/>
                </a:path>
              </a:pathLst>
            </a:custGeom>
            <a:solidFill>
              <a:schemeClr val="bg1"/>
            </a:solidFill>
            <a:ln>
              <a:noFill/>
            </a:ln>
          </p:spPr>
          <p:txBody>
            <a:bodyPr anchor="ctr"/>
            <a:lstStyle/>
            <a:p>
              <a:pPr algn="ctr"/>
              <a:endParaRPr b="1">
                <a:solidFill>
                  <a:schemeClr val="bg1"/>
                </a:solidFill>
                <a:latin typeface="+mn-ea"/>
              </a:endParaRPr>
            </a:p>
          </p:txBody>
        </p:sp>
        <p:sp>
          <p:nvSpPr>
            <p:cNvPr id="8" name="ïṣľîḋè"/>
            <p:cNvSpPr/>
            <p:nvPr/>
          </p:nvSpPr>
          <p:spPr bwMode="auto">
            <a:xfrm>
              <a:off x="4416456" y="2954821"/>
              <a:ext cx="661736" cy="661736"/>
            </a:xfrm>
            <a:custGeom>
              <a:avLst/>
              <a:gdLst>
                <a:gd name="T0" fmla="*/ 118 w 236"/>
                <a:gd name="T1" fmla="*/ 0 h 236"/>
                <a:gd name="T2" fmla="*/ 0 w 236"/>
                <a:gd name="T3" fmla="*/ 118 h 236"/>
                <a:gd name="T4" fmla="*/ 118 w 236"/>
                <a:gd name="T5" fmla="*/ 236 h 236"/>
                <a:gd name="T6" fmla="*/ 236 w 236"/>
                <a:gd name="T7" fmla="*/ 118 h 236"/>
                <a:gd name="T8" fmla="*/ 118 w 236"/>
                <a:gd name="T9" fmla="*/ 0 h 236"/>
                <a:gd name="T10" fmla="*/ 106 w 236"/>
                <a:gd name="T11" fmla="*/ 171 h 236"/>
                <a:gd name="T12" fmla="*/ 54 w 236"/>
                <a:gd name="T13" fmla="*/ 163 h 236"/>
                <a:gd name="T14" fmla="*/ 54 w 236"/>
                <a:gd name="T15" fmla="*/ 121 h 236"/>
                <a:gd name="T16" fmla="*/ 106 w 236"/>
                <a:gd name="T17" fmla="*/ 121 h 236"/>
                <a:gd name="T18" fmla="*/ 106 w 236"/>
                <a:gd name="T19" fmla="*/ 171 h 236"/>
                <a:gd name="T20" fmla="*/ 106 w 236"/>
                <a:gd name="T21" fmla="*/ 114 h 236"/>
                <a:gd name="T22" fmla="*/ 54 w 236"/>
                <a:gd name="T23" fmla="*/ 114 h 236"/>
                <a:gd name="T24" fmla="*/ 54 w 236"/>
                <a:gd name="T25" fmla="*/ 72 h 236"/>
                <a:gd name="T26" fmla="*/ 106 w 236"/>
                <a:gd name="T27" fmla="*/ 64 h 236"/>
                <a:gd name="T28" fmla="*/ 106 w 236"/>
                <a:gd name="T29" fmla="*/ 114 h 236"/>
                <a:gd name="T30" fmla="*/ 182 w 236"/>
                <a:gd name="T31" fmla="*/ 182 h 236"/>
                <a:gd name="T32" fmla="*/ 113 w 236"/>
                <a:gd name="T33" fmla="*/ 172 h 236"/>
                <a:gd name="T34" fmla="*/ 113 w 236"/>
                <a:gd name="T35" fmla="*/ 121 h 236"/>
                <a:gd name="T36" fmla="*/ 182 w 236"/>
                <a:gd name="T37" fmla="*/ 121 h 236"/>
                <a:gd name="T38" fmla="*/ 182 w 236"/>
                <a:gd name="T39" fmla="*/ 182 h 236"/>
                <a:gd name="T40" fmla="*/ 182 w 236"/>
                <a:gd name="T41" fmla="*/ 114 h 236"/>
                <a:gd name="T42" fmla="*/ 113 w 236"/>
                <a:gd name="T43" fmla="*/ 114 h 236"/>
                <a:gd name="T44" fmla="*/ 113 w 236"/>
                <a:gd name="T45" fmla="*/ 63 h 236"/>
                <a:gd name="T46" fmla="*/ 182 w 236"/>
                <a:gd name="T47" fmla="*/ 53 h 236"/>
                <a:gd name="T48" fmla="*/ 182 w 236"/>
                <a:gd name="T49" fmla="*/ 114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36" h="236">
                  <a:moveTo>
                    <a:pt x="118" y="0"/>
                  </a:moveTo>
                  <a:cubicBezTo>
                    <a:pt x="53" y="0"/>
                    <a:pt x="0" y="53"/>
                    <a:pt x="0" y="118"/>
                  </a:cubicBezTo>
                  <a:cubicBezTo>
                    <a:pt x="0" y="183"/>
                    <a:pt x="53" y="236"/>
                    <a:pt x="118" y="236"/>
                  </a:cubicBezTo>
                  <a:cubicBezTo>
                    <a:pt x="183" y="236"/>
                    <a:pt x="236" y="183"/>
                    <a:pt x="236" y="118"/>
                  </a:cubicBezTo>
                  <a:cubicBezTo>
                    <a:pt x="236" y="53"/>
                    <a:pt x="183" y="0"/>
                    <a:pt x="118" y="0"/>
                  </a:cubicBezTo>
                  <a:close/>
                  <a:moveTo>
                    <a:pt x="106" y="171"/>
                  </a:moveTo>
                  <a:cubicBezTo>
                    <a:pt x="54" y="163"/>
                    <a:pt x="54" y="163"/>
                    <a:pt x="54" y="163"/>
                  </a:cubicBezTo>
                  <a:cubicBezTo>
                    <a:pt x="54" y="121"/>
                    <a:pt x="54" y="121"/>
                    <a:pt x="54" y="121"/>
                  </a:cubicBezTo>
                  <a:cubicBezTo>
                    <a:pt x="106" y="121"/>
                    <a:pt x="106" y="121"/>
                    <a:pt x="106" y="121"/>
                  </a:cubicBezTo>
                  <a:lnTo>
                    <a:pt x="106" y="171"/>
                  </a:lnTo>
                  <a:close/>
                  <a:moveTo>
                    <a:pt x="106" y="114"/>
                  </a:moveTo>
                  <a:cubicBezTo>
                    <a:pt x="54" y="114"/>
                    <a:pt x="54" y="114"/>
                    <a:pt x="54" y="114"/>
                  </a:cubicBezTo>
                  <a:cubicBezTo>
                    <a:pt x="54" y="72"/>
                    <a:pt x="54" y="72"/>
                    <a:pt x="54" y="72"/>
                  </a:cubicBezTo>
                  <a:cubicBezTo>
                    <a:pt x="106" y="64"/>
                    <a:pt x="106" y="64"/>
                    <a:pt x="106" y="64"/>
                  </a:cubicBezTo>
                  <a:lnTo>
                    <a:pt x="106" y="114"/>
                  </a:lnTo>
                  <a:close/>
                  <a:moveTo>
                    <a:pt x="182" y="182"/>
                  </a:moveTo>
                  <a:cubicBezTo>
                    <a:pt x="113" y="172"/>
                    <a:pt x="113" y="172"/>
                    <a:pt x="113" y="172"/>
                  </a:cubicBezTo>
                  <a:cubicBezTo>
                    <a:pt x="113" y="121"/>
                    <a:pt x="113" y="121"/>
                    <a:pt x="113" y="121"/>
                  </a:cubicBezTo>
                  <a:cubicBezTo>
                    <a:pt x="182" y="121"/>
                    <a:pt x="182" y="121"/>
                    <a:pt x="182" y="121"/>
                  </a:cubicBezTo>
                  <a:lnTo>
                    <a:pt x="182" y="182"/>
                  </a:lnTo>
                  <a:close/>
                  <a:moveTo>
                    <a:pt x="182" y="114"/>
                  </a:moveTo>
                  <a:cubicBezTo>
                    <a:pt x="113" y="114"/>
                    <a:pt x="113" y="114"/>
                    <a:pt x="113" y="114"/>
                  </a:cubicBezTo>
                  <a:cubicBezTo>
                    <a:pt x="113" y="63"/>
                    <a:pt x="113" y="63"/>
                    <a:pt x="113" y="63"/>
                  </a:cubicBezTo>
                  <a:cubicBezTo>
                    <a:pt x="182" y="53"/>
                    <a:pt x="182" y="53"/>
                    <a:pt x="182" y="53"/>
                  </a:cubicBezTo>
                  <a:lnTo>
                    <a:pt x="182" y="114"/>
                  </a:lnTo>
                  <a:close/>
                </a:path>
              </a:pathLst>
            </a:custGeom>
            <a:solidFill>
              <a:schemeClr val="bg1"/>
            </a:solidFill>
            <a:ln>
              <a:noFill/>
            </a:ln>
          </p:spPr>
          <p:txBody>
            <a:bodyPr anchor="ctr"/>
            <a:lstStyle/>
            <a:p>
              <a:pPr algn="ctr"/>
              <a:endParaRPr b="1">
                <a:solidFill>
                  <a:schemeClr val="bg1"/>
                </a:solidFill>
                <a:latin typeface="+mn-ea"/>
              </a:endParaRPr>
            </a:p>
          </p:txBody>
        </p:sp>
        <p:sp>
          <p:nvSpPr>
            <p:cNvPr id="9" name="iṩ1îḋé"/>
            <p:cNvSpPr/>
            <p:nvPr/>
          </p:nvSpPr>
          <p:spPr bwMode="auto">
            <a:xfrm>
              <a:off x="6052394" y="2011231"/>
              <a:ext cx="735047" cy="735047"/>
            </a:xfrm>
            <a:custGeom>
              <a:avLst/>
              <a:gdLst>
                <a:gd name="T0" fmla="*/ 130 w 236"/>
                <a:gd name="T1" fmla="*/ 1 h 236"/>
                <a:gd name="T2" fmla="*/ 118 w 236"/>
                <a:gd name="T3" fmla="*/ 0 h 236"/>
                <a:gd name="T4" fmla="*/ 30 w 236"/>
                <a:gd name="T5" fmla="*/ 40 h 236"/>
                <a:gd name="T6" fmla="*/ 68 w 236"/>
                <a:gd name="T7" fmla="*/ 105 h 236"/>
                <a:gd name="T8" fmla="*/ 130 w 236"/>
                <a:gd name="T9" fmla="*/ 1 h 236"/>
                <a:gd name="T10" fmla="*/ 20 w 236"/>
                <a:gd name="T11" fmla="*/ 52 h 236"/>
                <a:gd name="T12" fmla="*/ 0 w 236"/>
                <a:gd name="T13" fmla="*/ 118 h 236"/>
                <a:gd name="T14" fmla="*/ 5 w 236"/>
                <a:gd name="T15" fmla="*/ 153 h 236"/>
                <a:gd name="T16" fmla="*/ 81 w 236"/>
                <a:gd name="T17" fmla="*/ 153 h 236"/>
                <a:gd name="T18" fmla="*/ 20 w 236"/>
                <a:gd name="T19" fmla="*/ 52 h 236"/>
                <a:gd name="T20" fmla="*/ 225 w 236"/>
                <a:gd name="T21" fmla="*/ 68 h 236"/>
                <a:gd name="T22" fmla="*/ 145 w 236"/>
                <a:gd name="T23" fmla="*/ 3 h 236"/>
                <a:gd name="T24" fmla="*/ 106 w 236"/>
                <a:gd name="T25" fmla="*/ 68 h 236"/>
                <a:gd name="T26" fmla="*/ 225 w 236"/>
                <a:gd name="T27" fmla="*/ 68 h 236"/>
                <a:gd name="T28" fmla="*/ 130 w 236"/>
                <a:gd name="T29" fmla="*/ 167 h 236"/>
                <a:gd name="T30" fmla="*/ 11 w 236"/>
                <a:gd name="T31" fmla="*/ 167 h 236"/>
                <a:gd name="T32" fmla="*/ 96 w 236"/>
                <a:gd name="T33" fmla="*/ 234 h 236"/>
                <a:gd name="T34" fmla="*/ 93 w 236"/>
                <a:gd name="T35" fmla="*/ 232 h 236"/>
                <a:gd name="T36" fmla="*/ 130 w 236"/>
                <a:gd name="T37" fmla="*/ 167 h 236"/>
                <a:gd name="T38" fmla="*/ 230 w 236"/>
                <a:gd name="T39" fmla="*/ 82 h 236"/>
                <a:gd name="T40" fmla="*/ 155 w 236"/>
                <a:gd name="T41" fmla="*/ 82 h 236"/>
                <a:gd name="T42" fmla="*/ 215 w 236"/>
                <a:gd name="T43" fmla="*/ 186 h 236"/>
                <a:gd name="T44" fmla="*/ 236 w 236"/>
                <a:gd name="T45" fmla="*/ 118 h 236"/>
                <a:gd name="T46" fmla="*/ 230 w 236"/>
                <a:gd name="T47" fmla="*/ 82 h 236"/>
                <a:gd name="T48" fmla="*/ 108 w 236"/>
                <a:gd name="T49" fmla="*/ 236 h 236"/>
                <a:gd name="T50" fmla="*/ 118 w 236"/>
                <a:gd name="T51" fmla="*/ 236 h 236"/>
                <a:gd name="T52" fmla="*/ 205 w 236"/>
                <a:gd name="T53" fmla="*/ 198 h 236"/>
                <a:gd name="T54" fmla="*/ 167 w 236"/>
                <a:gd name="T55" fmla="*/ 132 h 236"/>
                <a:gd name="T56" fmla="*/ 108 w 236"/>
                <a:gd name="T57" fmla="*/ 236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36" h="236">
                  <a:moveTo>
                    <a:pt x="130" y="1"/>
                  </a:moveTo>
                  <a:cubicBezTo>
                    <a:pt x="126" y="0"/>
                    <a:pt x="122" y="0"/>
                    <a:pt x="118" y="0"/>
                  </a:cubicBezTo>
                  <a:cubicBezTo>
                    <a:pt x="83" y="0"/>
                    <a:pt x="51" y="16"/>
                    <a:pt x="30" y="40"/>
                  </a:cubicBezTo>
                  <a:cubicBezTo>
                    <a:pt x="68" y="105"/>
                    <a:pt x="68" y="105"/>
                    <a:pt x="68" y="105"/>
                  </a:cubicBezTo>
                  <a:lnTo>
                    <a:pt x="130" y="1"/>
                  </a:lnTo>
                  <a:close/>
                  <a:moveTo>
                    <a:pt x="20" y="52"/>
                  </a:moveTo>
                  <a:cubicBezTo>
                    <a:pt x="7" y="71"/>
                    <a:pt x="0" y="94"/>
                    <a:pt x="0" y="118"/>
                  </a:cubicBezTo>
                  <a:cubicBezTo>
                    <a:pt x="0" y="130"/>
                    <a:pt x="2" y="142"/>
                    <a:pt x="5" y="153"/>
                  </a:cubicBezTo>
                  <a:cubicBezTo>
                    <a:pt x="81" y="153"/>
                    <a:pt x="81" y="153"/>
                    <a:pt x="81" y="153"/>
                  </a:cubicBezTo>
                  <a:lnTo>
                    <a:pt x="20" y="52"/>
                  </a:lnTo>
                  <a:close/>
                  <a:moveTo>
                    <a:pt x="225" y="68"/>
                  </a:moveTo>
                  <a:cubicBezTo>
                    <a:pt x="210" y="36"/>
                    <a:pt x="180" y="11"/>
                    <a:pt x="145" y="3"/>
                  </a:cubicBezTo>
                  <a:cubicBezTo>
                    <a:pt x="106" y="68"/>
                    <a:pt x="106" y="68"/>
                    <a:pt x="106" y="68"/>
                  </a:cubicBezTo>
                  <a:lnTo>
                    <a:pt x="225" y="68"/>
                  </a:lnTo>
                  <a:close/>
                  <a:moveTo>
                    <a:pt x="130" y="167"/>
                  </a:moveTo>
                  <a:cubicBezTo>
                    <a:pt x="11" y="167"/>
                    <a:pt x="11" y="167"/>
                    <a:pt x="11" y="167"/>
                  </a:cubicBezTo>
                  <a:cubicBezTo>
                    <a:pt x="26" y="201"/>
                    <a:pt x="58" y="227"/>
                    <a:pt x="96" y="234"/>
                  </a:cubicBezTo>
                  <a:cubicBezTo>
                    <a:pt x="93" y="232"/>
                    <a:pt x="93" y="232"/>
                    <a:pt x="93" y="232"/>
                  </a:cubicBezTo>
                  <a:lnTo>
                    <a:pt x="130" y="167"/>
                  </a:lnTo>
                  <a:close/>
                  <a:moveTo>
                    <a:pt x="230" y="82"/>
                  </a:moveTo>
                  <a:cubicBezTo>
                    <a:pt x="155" y="82"/>
                    <a:pt x="155" y="82"/>
                    <a:pt x="155" y="82"/>
                  </a:cubicBezTo>
                  <a:cubicBezTo>
                    <a:pt x="215" y="186"/>
                    <a:pt x="215" y="186"/>
                    <a:pt x="215" y="186"/>
                  </a:cubicBezTo>
                  <a:cubicBezTo>
                    <a:pt x="228" y="167"/>
                    <a:pt x="236" y="143"/>
                    <a:pt x="236" y="118"/>
                  </a:cubicBezTo>
                  <a:cubicBezTo>
                    <a:pt x="236" y="106"/>
                    <a:pt x="234" y="94"/>
                    <a:pt x="230" y="82"/>
                  </a:cubicBezTo>
                  <a:close/>
                  <a:moveTo>
                    <a:pt x="108" y="236"/>
                  </a:moveTo>
                  <a:cubicBezTo>
                    <a:pt x="111" y="236"/>
                    <a:pt x="115" y="236"/>
                    <a:pt x="118" y="236"/>
                  </a:cubicBezTo>
                  <a:cubicBezTo>
                    <a:pt x="152" y="236"/>
                    <a:pt x="183" y="221"/>
                    <a:pt x="205" y="198"/>
                  </a:cubicBezTo>
                  <a:cubicBezTo>
                    <a:pt x="167" y="132"/>
                    <a:pt x="167" y="132"/>
                    <a:pt x="167" y="132"/>
                  </a:cubicBezTo>
                  <a:lnTo>
                    <a:pt x="108" y="236"/>
                  </a:lnTo>
                  <a:close/>
                </a:path>
              </a:pathLst>
            </a:custGeom>
            <a:solidFill>
              <a:schemeClr val="bg1"/>
            </a:solidFill>
            <a:ln>
              <a:noFill/>
            </a:ln>
          </p:spPr>
          <p:txBody>
            <a:bodyPr anchor="ctr"/>
            <a:lstStyle/>
            <a:p>
              <a:pPr algn="ctr"/>
              <a:endParaRPr b="1">
                <a:solidFill>
                  <a:schemeClr val="bg1"/>
                </a:solidFill>
                <a:latin typeface="+mn-ea"/>
              </a:endParaRPr>
            </a:p>
          </p:txBody>
        </p:sp>
        <p:sp>
          <p:nvSpPr>
            <p:cNvPr id="10" name="iSľîḋê"/>
            <p:cNvSpPr/>
            <p:nvPr/>
          </p:nvSpPr>
          <p:spPr bwMode="auto">
            <a:xfrm>
              <a:off x="7266275" y="3316686"/>
              <a:ext cx="519091" cy="519091"/>
            </a:xfrm>
            <a:custGeom>
              <a:avLst/>
              <a:gdLst>
                <a:gd name="T0" fmla="*/ 118 w 236"/>
                <a:gd name="T1" fmla="*/ 142 h 236"/>
                <a:gd name="T2" fmla="*/ 142 w 236"/>
                <a:gd name="T3" fmla="*/ 118 h 236"/>
                <a:gd name="T4" fmla="*/ 137 w 236"/>
                <a:gd name="T5" fmla="*/ 105 h 236"/>
                <a:gd name="T6" fmla="*/ 118 w 236"/>
                <a:gd name="T7" fmla="*/ 95 h 236"/>
                <a:gd name="T8" fmla="*/ 99 w 236"/>
                <a:gd name="T9" fmla="*/ 105 h 236"/>
                <a:gd name="T10" fmla="*/ 94 w 236"/>
                <a:gd name="T11" fmla="*/ 118 h 236"/>
                <a:gd name="T12" fmla="*/ 118 w 236"/>
                <a:gd name="T13" fmla="*/ 142 h 236"/>
                <a:gd name="T14" fmla="*/ 170 w 236"/>
                <a:gd name="T15" fmla="*/ 89 h 236"/>
                <a:gd name="T16" fmla="*/ 170 w 236"/>
                <a:gd name="T17" fmla="*/ 70 h 236"/>
                <a:gd name="T18" fmla="*/ 170 w 236"/>
                <a:gd name="T19" fmla="*/ 67 h 236"/>
                <a:gd name="T20" fmla="*/ 167 w 236"/>
                <a:gd name="T21" fmla="*/ 67 h 236"/>
                <a:gd name="T22" fmla="*/ 147 w 236"/>
                <a:gd name="T23" fmla="*/ 67 h 236"/>
                <a:gd name="T24" fmla="*/ 147 w 236"/>
                <a:gd name="T25" fmla="*/ 90 h 236"/>
                <a:gd name="T26" fmla="*/ 170 w 236"/>
                <a:gd name="T27" fmla="*/ 89 h 236"/>
                <a:gd name="T28" fmla="*/ 118 w 236"/>
                <a:gd name="T29" fmla="*/ 0 h 236"/>
                <a:gd name="T30" fmla="*/ 0 w 236"/>
                <a:gd name="T31" fmla="*/ 118 h 236"/>
                <a:gd name="T32" fmla="*/ 118 w 236"/>
                <a:gd name="T33" fmla="*/ 236 h 236"/>
                <a:gd name="T34" fmla="*/ 236 w 236"/>
                <a:gd name="T35" fmla="*/ 118 h 236"/>
                <a:gd name="T36" fmla="*/ 118 w 236"/>
                <a:gd name="T37" fmla="*/ 0 h 236"/>
                <a:gd name="T38" fmla="*/ 185 w 236"/>
                <a:gd name="T39" fmla="*/ 105 h 236"/>
                <a:gd name="T40" fmla="*/ 185 w 236"/>
                <a:gd name="T41" fmla="*/ 160 h 236"/>
                <a:gd name="T42" fmla="*/ 159 w 236"/>
                <a:gd name="T43" fmla="*/ 186 h 236"/>
                <a:gd name="T44" fmla="*/ 77 w 236"/>
                <a:gd name="T45" fmla="*/ 186 h 236"/>
                <a:gd name="T46" fmla="*/ 51 w 236"/>
                <a:gd name="T47" fmla="*/ 160 h 236"/>
                <a:gd name="T48" fmla="*/ 51 w 236"/>
                <a:gd name="T49" fmla="*/ 105 h 236"/>
                <a:gd name="T50" fmla="*/ 51 w 236"/>
                <a:gd name="T51" fmla="*/ 77 h 236"/>
                <a:gd name="T52" fmla="*/ 77 w 236"/>
                <a:gd name="T53" fmla="*/ 51 h 236"/>
                <a:gd name="T54" fmla="*/ 159 w 236"/>
                <a:gd name="T55" fmla="*/ 51 h 236"/>
                <a:gd name="T56" fmla="*/ 185 w 236"/>
                <a:gd name="T57" fmla="*/ 77 h 236"/>
                <a:gd name="T58" fmla="*/ 185 w 236"/>
                <a:gd name="T59" fmla="*/ 105 h 236"/>
                <a:gd name="T60" fmla="*/ 155 w 236"/>
                <a:gd name="T61" fmla="*/ 118 h 236"/>
                <a:gd name="T62" fmla="*/ 118 w 236"/>
                <a:gd name="T63" fmla="*/ 155 h 236"/>
                <a:gd name="T64" fmla="*/ 81 w 236"/>
                <a:gd name="T65" fmla="*/ 118 h 236"/>
                <a:gd name="T66" fmla="*/ 84 w 236"/>
                <a:gd name="T67" fmla="*/ 105 h 236"/>
                <a:gd name="T68" fmla="*/ 64 w 236"/>
                <a:gd name="T69" fmla="*/ 105 h 236"/>
                <a:gd name="T70" fmla="*/ 64 w 236"/>
                <a:gd name="T71" fmla="*/ 160 h 236"/>
                <a:gd name="T72" fmla="*/ 77 w 236"/>
                <a:gd name="T73" fmla="*/ 172 h 236"/>
                <a:gd name="T74" fmla="*/ 159 w 236"/>
                <a:gd name="T75" fmla="*/ 172 h 236"/>
                <a:gd name="T76" fmla="*/ 172 w 236"/>
                <a:gd name="T77" fmla="*/ 160 h 236"/>
                <a:gd name="T78" fmla="*/ 172 w 236"/>
                <a:gd name="T79" fmla="*/ 105 h 236"/>
                <a:gd name="T80" fmla="*/ 152 w 236"/>
                <a:gd name="T81" fmla="*/ 105 h 236"/>
                <a:gd name="T82" fmla="*/ 155 w 236"/>
                <a:gd name="T83" fmla="*/ 118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36" h="236">
                  <a:moveTo>
                    <a:pt x="118" y="142"/>
                  </a:moveTo>
                  <a:cubicBezTo>
                    <a:pt x="131" y="142"/>
                    <a:pt x="142" y="131"/>
                    <a:pt x="142" y="118"/>
                  </a:cubicBezTo>
                  <a:cubicBezTo>
                    <a:pt x="142" y="113"/>
                    <a:pt x="140" y="108"/>
                    <a:pt x="137" y="105"/>
                  </a:cubicBezTo>
                  <a:cubicBezTo>
                    <a:pt x="133" y="99"/>
                    <a:pt x="126" y="95"/>
                    <a:pt x="118" y="95"/>
                  </a:cubicBezTo>
                  <a:cubicBezTo>
                    <a:pt x="110" y="95"/>
                    <a:pt x="103" y="99"/>
                    <a:pt x="99" y="105"/>
                  </a:cubicBezTo>
                  <a:cubicBezTo>
                    <a:pt x="96" y="108"/>
                    <a:pt x="94" y="113"/>
                    <a:pt x="94" y="118"/>
                  </a:cubicBezTo>
                  <a:cubicBezTo>
                    <a:pt x="94" y="131"/>
                    <a:pt x="105" y="142"/>
                    <a:pt x="118" y="142"/>
                  </a:cubicBezTo>
                  <a:close/>
                  <a:moveTo>
                    <a:pt x="170" y="89"/>
                  </a:moveTo>
                  <a:cubicBezTo>
                    <a:pt x="170" y="70"/>
                    <a:pt x="170" y="70"/>
                    <a:pt x="170" y="70"/>
                  </a:cubicBezTo>
                  <a:cubicBezTo>
                    <a:pt x="170" y="67"/>
                    <a:pt x="170" y="67"/>
                    <a:pt x="170" y="67"/>
                  </a:cubicBezTo>
                  <a:cubicBezTo>
                    <a:pt x="167" y="67"/>
                    <a:pt x="167" y="67"/>
                    <a:pt x="167" y="67"/>
                  </a:cubicBezTo>
                  <a:cubicBezTo>
                    <a:pt x="147" y="67"/>
                    <a:pt x="147" y="67"/>
                    <a:pt x="147" y="67"/>
                  </a:cubicBezTo>
                  <a:cubicBezTo>
                    <a:pt x="147" y="90"/>
                    <a:pt x="147" y="90"/>
                    <a:pt x="147" y="90"/>
                  </a:cubicBezTo>
                  <a:lnTo>
                    <a:pt x="170" y="89"/>
                  </a:lnTo>
                  <a:close/>
                  <a:moveTo>
                    <a:pt x="118" y="0"/>
                  </a:moveTo>
                  <a:cubicBezTo>
                    <a:pt x="53" y="0"/>
                    <a:pt x="0" y="53"/>
                    <a:pt x="0" y="118"/>
                  </a:cubicBezTo>
                  <a:cubicBezTo>
                    <a:pt x="0" y="183"/>
                    <a:pt x="53" y="236"/>
                    <a:pt x="118" y="236"/>
                  </a:cubicBezTo>
                  <a:cubicBezTo>
                    <a:pt x="183" y="236"/>
                    <a:pt x="236" y="183"/>
                    <a:pt x="236" y="118"/>
                  </a:cubicBezTo>
                  <a:cubicBezTo>
                    <a:pt x="236" y="53"/>
                    <a:pt x="183" y="0"/>
                    <a:pt x="118" y="0"/>
                  </a:cubicBezTo>
                  <a:close/>
                  <a:moveTo>
                    <a:pt x="185" y="105"/>
                  </a:moveTo>
                  <a:cubicBezTo>
                    <a:pt x="185" y="160"/>
                    <a:pt x="185" y="160"/>
                    <a:pt x="185" y="160"/>
                  </a:cubicBezTo>
                  <a:cubicBezTo>
                    <a:pt x="185" y="174"/>
                    <a:pt x="173" y="186"/>
                    <a:pt x="159" y="186"/>
                  </a:cubicBezTo>
                  <a:cubicBezTo>
                    <a:pt x="77" y="186"/>
                    <a:pt x="77" y="186"/>
                    <a:pt x="77" y="186"/>
                  </a:cubicBezTo>
                  <a:cubicBezTo>
                    <a:pt x="62" y="186"/>
                    <a:pt x="51" y="174"/>
                    <a:pt x="51" y="160"/>
                  </a:cubicBezTo>
                  <a:cubicBezTo>
                    <a:pt x="51" y="105"/>
                    <a:pt x="51" y="105"/>
                    <a:pt x="51" y="105"/>
                  </a:cubicBezTo>
                  <a:cubicBezTo>
                    <a:pt x="51" y="77"/>
                    <a:pt x="51" y="77"/>
                    <a:pt x="51" y="77"/>
                  </a:cubicBezTo>
                  <a:cubicBezTo>
                    <a:pt x="51" y="63"/>
                    <a:pt x="62" y="51"/>
                    <a:pt x="77" y="51"/>
                  </a:cubicBezTo>
                  <a:cubicBezTo>
                    <a:pt x="159" y="51"/>
                    <a:pt x="159" y="51"/>
                    <a:pt x="159" y="51"/>
                  </a:cubicBezTo>
                  <a:cubicBezTo>
                    <a:pt x="173" y="51"/>
                    <a:pt x="185" y="63"/>
                    <a:pt x="185" y="77"/>
                  </a:cubicBezTo>
                  <a:lnTo>
                    <a:pt x="185" y="105"/>
                  </a:lnTo>
                  <a:close/>
                  <a:moveTo>
                    <a:pt x="155" y="118"/>
                  </a:moveTo>
                  <a:cubicBezTo>
                    <a:pt x="155" y="139"/>
                    <a:pt x="138" y="155"/>
                    <a:pt x="118" y="155"/>
                  </a:cubicBezTo>
                  <a:cubicBezTo>
                    <a:pt x="98" y="155"/>
                    <a:pt x="81" y="139"/>
                    <a:pt x="81" y="118"/>
                  </a:cubicBezTo>
                  <a:cubicBezTo>
                    <a:pt x="81" y="114"/>
                    <a:pt x="82" y="109"/>
                    <a:pt x="84" y="105"/>
                  </a:cubicBezTo>
                  <a:cubicBezTo>
                    <a:pt x="64" y="105"/>
                    <a:pt x="64" y="105"/>
                    <a:pt x="64" y="105"/>
                  </a:cubicBezTo>
                  <a:cubicBezTo>
                    <a:pt x="64" y="160"/>
                    <a:pt x="64" y="160"/>
                    <a:pt x="64" y="160"/>
                  </a:cubicBezTo>
                  <a:cubicBezTo>
                    <a:pt x="64" y="167"/>
                    <a:pt x="70" y="172"/>
                    <a:pt x="77" y="172"/>
                  </a:cubicBezTo>
                  <a:cubicBezTo>
                    <a:pt x="159" y="172"/>
                    <a:pt x="159" y="172"/>
                    <a:pt x="159" y="172"/>
                  </a:cubicBezTo>
                  <a:cubicBezTo>
                    <a:pt x="166" y="172"/>
                    <a:pt x="172" y="167"/>
                    <a:pt x="172" y="160"/>
                  </a:cubicBezTo>
                  <a:cubicBezTo>
                    <a:pt x="172" y="105"/>
                    <a:pt x="172" y="105"/>
                    <a:pt x="172" y="105"/>
                  </a:cubicBezTo>
                  <a:cubicBezTo>
                    <a:pt x="152" y="105"/>
                    <a:pt x="152" y="105"/>
                    <a:pt x="152" y="105"/>
                  </a:cubicBezTo>
                  <a:cubicBezTo>
                    <a:pt x="154" y="109"/>
                    <a:pt x="155" y="114"/>
                    <a:pt x="155" y="118"/>
                  </a:cubicBezTo>
                  <a:close/>
                </a:path>
              </a:pathLst>
            </a:custGeom>
            <a:solidFill>
              <a:schemeClr val="bg1"/>
            </a:solidFill>
            <a:ln>
              <a:noFill/>
            </a:ln>
          </p:spPr>
          <p:txBody>
            <a:bodyPr anchor="ctr"/>
            <a:lstStyle/>
            <a:p>
              <a:pPr algn="ctr"/>
              <a:endParaRPr b="1">
                <a:solidFill>
                  <a:schemeClr val="bg1"/>
                </a:solidFill>
                <a:latin typeface="+mn-ea"/>
              </a:endParaRPr>
            </a:p>
          </p:txBody>
        </p:sp>
        <p:sp>
          <p:nvSpPr>
            <p:cNvPr id="22" name="íŝlíḓe"/>
            <p:cNvSpPr txBox="1"/>
            <p:nvPr/>
          </p:nvSpPr>
          <p:spPr bwMode="auto">
            <a:xfrm>
              <a:off x="969428" y="2409473"/>
              <a:ext cx="3756660" cy="656590"/>
            </a:xfrm>
            <a:prstGeom prst="rect">
              <a:avLst/>
            </a:prstGeom>
            <a:noFill/>
          </p:spPr>
          <p:txBody>
            <a:bodyPr wrap="square" lIns="90000" tIns="46800" rIns="90000" bIns="46800">
              <a:noAutofit/>
            </a:bodyPr>
            <a:lstStyle/>
            <a:p>
              <a:pPr>
                <a:lnSpc>
                  <a:spcPct val="120000"/>
                </a:lnSpc>
              </a:pPr>
              <a:r>
                <a:rPr lang="en-US" altLang="zh-CN" b="1" dirty="0">
                  <a:solidFill>
                    <a:schemeClr val="bg1"/>
                  </a:solidFill>
                  <a:latin typeface="+mn-ea"/>
                </a:rPr>
                <a:t>The threshold is very low. You can play with 1usdt,</a:t>
              </a:r>
            </a:p>
            <a:p>
              <a:pPr>
                <a:lnSpc>
                  <a:spcPct val="120000"/>
                </a:lnSpc>
              </a:pPr>
              <a:r>
                <a:rPr lang="en-US" altLang="zh-CN" b="1" dirty="0">
                  <a:solidFill>
                    <a:schemeClr val="bg1"/>
                  </a:solidFill>
                  <a:latin typeface="+mn-ea"/>
                </a:rPr>
                <a:t>51% of the winning rate, with small, broad and infinite space</a:t>
              </a:r>
              <a:endParaRPr lang="zh-CN" altLang="en-US" b="1" dirty="0">
                <a:solidFill>
                  <a:schemeClr val="bg1"/>
                </a:solidFill>
                <a:effectLst/>
                <a:latin typeface="+mn-ea"/>
              </a:endParaRPr>
            </a:p>
          </p:txBody>
        </p:sp>
        <p:sp>
          <p:nvSpPr>
            <p:cNvPr id="20" name="ïślîḋè"/>
            <p:cNvSpPr txBox="1"/>
            <p:nvPr/>
          </p:nvSpPr>
          <p:spPr bwMode="auto">
            <a:xfrm>
              <a:off x="1352663" y="4465184"/>
              <a:ext cx="3606165" cy="939165"/>
            </a:xfrm>
            <a:prstGeom prst="rect">
              <a:avLst/>
            </a:prstGeom>
            <a:noFill/>
          </p:spPr>
          <p:txBody>
            <a:bodyPr wrap="square" lIns="90000" tIns="46800" rIns="90000" bIns="46800">
              <a:noAutofit/>
            </a:bodyPr>
            <a:lstStyle/>
            <a:p>
              <a:pPr>
                <a:lnSpc>
                  <a:spcPct val="120000"/>
                </a:lnSpc>
              </a:pPr>
              <a:r>
                <a:rPr lang="en-US" altLang="zh-CN" b="1" dirty="0">
                  <a:solidFill>
                    <a:schemeClr val="bg1"/>
                  </a:solidFill>
                  <a:latin typeface="+mn-ea"/>
                </a:rPr>
                <a:t>If a consumer becomes a salesman, whether winning the prize or not, the principal and interest will be returned within 7-15 days</a:t>
              </a:r>
              <a:endParaRPr lang="zh-CN" altLang="en-US" b="1" dirty="0">
                <a:solidFill>
                  <a:schemeClr val="bg1"/>
                </a:solidFill>
                <a:effectLst/>
                <a:latin typeface="+mn-ea"/>
              </a:endParaRPr>
            </a:p>
          </p:txBody>
        </p:sp>
        <p:sp>
          <p:nvSpPr>
            <p:cNvPr id="18" name="i$ľiḓê"/>
            <p:cNvSpPr txBox="1"/>
            <p:nvPr/>
          </p:nvSpPr>
          <p:spPr bwMode="auto">
            <a:xfrm>
              <a:off x="6028830" y="4841027"/>
              <a:ext cx="5578475" cy="984250"/>
            </a:xfrm>
            <a:prstGeom prst="rect">
              <a:avLst/>
            </a:prstGeom>
            <a:noFill/>
          </p:spPr>
          <p:txBody>
            <a:bodyPr wrap="square" lIns="90000" tIns="46800" rIns="90000" bIns="46800">
              <a:noAutofit/>
            </a:bodyPr>
            <a:lstStyle/>
            <a:p>
              <a:pPr>
                <a:lnSpc>
                  <a:spcPct val="120000"/>
                </a:lnSpc>
              </a:pPr>
              <a:r>
                <a:rPr lang="en-US" altLang="zh-CN" b="1" dirty="0">
                  <a:solidFill>
                    <a:schemeClr val="bg1"/>
                  </a:solidFill>
                  <a:latin typeface="+mn-ea"/>
                </a:rPr>
                <a:t>The bonus is free of burn, and the digital welfare ecosystem of good luck will be stable for a long time under this mechanism A kind of Safety and Sustainable Wealth Creation</a:t>
              </a:r>
              <a:endParaRPr lang="zh-CN" altLang="en-US" b="1" dirty="0">
                <a:solidFill>
                  <a:schemeClr val="bg1"/>
                </a:solidFill>
                <a:effectLst/>
                <a:latin typeface="+mn-ea"/>
              </a:endParaRPr>
            </a:p>
          </p:txBody>
        </p:sp>
        <p:sp>
          <p:nvSpPr>
            <p:cNvPr id="16" name="iṣḷïḋé"/>
            <p:cNvSpPr txBox="1"/>
            <p:nvPr/>
          </p:nvSpPr>
          <p:spPr bwMode="auto">
            <a:xfrm>
              <a:off x="8029084" y="2407792"/>
              <a:ext cx="3305175" cy="656590"/>
            </a:xfrm>
            <a:prstGeom prst="rect">
              <a:avLst/>
            </a:prstGeom>
            <a:noFill/>
          </p:spPr>
          <p:txBody>
            <a:bodyPr wrap="square" lIns="90000" tIns="46800" rIns="90000" bIns="46800">
              <a:noAutofit/>
            </a:bodyPr>
            <a:lstStyle/>
            <a:p>
              <a:pPr>
                <a:lnSpc>
                  <a:spcPct val="120000"/>
                </a:lnSpc>
              </a:pPr>
              <a:r>
                <a:rPr lang="en-US" altLang="zh-CN" sz="2400" b="1" dirty="0">
                  <a:solidFill>
                    <a:schemeClr val="bg1"/>
                  </a:solidFill>
                  <a:latin typeface="+mn-ea"/>
                </a:rPr>
                <a:t>Stable and safe: u in and u out, ignoring the risk of external disk.</a:t>
              </a:r>
              <a:endParaRPr lang="zh-CN" altLang="en-US" sz="2400" b="1" dirty="0">
                <a:solidFill>
                  <a:schemeClr val="bg1"/>
                </a:solidFill>
                <a:effectLst/>
                <a:latin typeface="+mn-ea"/>
              </a:endParaRPr>
            </a:p>
          </p:txBody>
        </p:sp>
      </p:grpSp>
      <p:grpSp>
        <p:nvGrpSpPr>
          <p:cNvPr id="35" name="组合 34"/>
          <p:cNvGrpSpPr/>
          <p:nvPr/>
        </p:nvGrpSpPr>
        <p:grpSpPr>
          <a:xfrm>
            <a:off x="1610318" y="693411"/>
            <a:ext cx="9370695" cy="1077218"/>
            <a:chOff x="1120877" y="783108"/>
            <a:chExt cx="9370695" cy="1077218"/>
          </a:xfrm>
        </p:grpSpPr>
        <p:sp>
          <p:nvSpPr>
            <p:cNvPr id="36" name="矩形 35"/>
            <p:cNvSpPr/>
            <p:nvPr/>
          </p:nvSpPr>
          <p:spPr>
            <a:xfrm>
              <a:off x="1120877" y="997253"/>
              <a:ext cx="501446" cy="648929"/>
            </a:xfrm>
            <a:prstGeom prst="rect">
              <a:avLst/>
            </a:prstGeom>
            <a:solidFill>
              <a:srgbClr val="FEC35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Textfeld 29"/>
            <p:cNvSpPr txBox="1"/>
            <p:nvPr/>
          </p:nvSpPr>
          <p:spPr>
            <a:xfrm>
              <a:off x="1869542" y="783108"/>
              <a:ext cx="8622030" cy="1077218"/>
            </a:xfrm>
            <a:prstGeom prst="rect">
              <a:avLst/>
            </a:prstGeom>
            <a:noFill/>
          </p:spPr>
          <p:txBody>
            <a:bodyPr wrap="square" rtlCol="0">
              <a:spAutoFit/>
            </a:bodyPr>
            <a:lstStyle/>
            <a:p>
              <a:pPr defTabSz="228600"/>
              <a:r>
                <a:rPr lang="en-US" altLang="zh-CN"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The reason why we have to do good luck digital welfare ecology</a:t>
              </a:r>
              <a:endParaRPr lang="zh-CN" altLang="en-US"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grpSp>
      <p:pic>
        <p:nvPicPr>
          <p:cNvPr id="2" name="图片 1" descr="Good Luck logo-已转曲(1)"/>
          <p:cNvPicPr>
            <a:picLocks noChangeAspect="1"/>
          </p:cNvPicPr>
          <p:nvPr>
            <p:custDataLst>
              <p:tags r:id="rId2"/>
            </p:custDataLst>
          </p:nvPr>
        </p:nvPicPr>
        <p:blipFill>
          <a:blip r:embed="rId5"/>
          <a:stretch>
            <a:fillRect/>
          </a:stretch>
        </p:blipFill>
        <p:spPr>
          <a:xfrm>
            <a:off x="226695" y="196850"/>
            <a:ext cx="1271270" cy="127127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500" advTm="2500">
        <p:checker dir="vert"/>
      </p:transition>
    </mc:Choice>
    <mc:Fallback xmlns="">
      <p:transition spd="slow" advTm="2500">
        <p:checker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1772920" y="819150"/>
            <a:ext cx="9822180" cy="648746"/>
            <a:chOff x="1120877" y="766916"/>
            <a:chExt cx="5516407" cy="648929"/>
          </a:xfrm>
        </p:grpSpPr>
        <p:sp>
          <p:nvSpPr>
            <p:cNvPr id="8" name="矩形 7"/>
            <p:cNvSpPr/>
            <p:nvPr/>
          </p:nvSpPr>
          <p:spPr>
            <a:xfrm>
              <a:off x="1120877" y="766916"/>
              <a:ext cx="501446" cy="648929"/>
            </a:xfrm>
            <a:prstGeom prst="rect">
              <a:avLst/>
            </a:prstGeom>
            <a:solidFill>
              <a:srgbClr val="FEC35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extfeld 29"/>
            <p:cNvSpPr txBox="1"/>
            <p:nvPr/>
          </p:nvSpPr>
          <p:spPr>
            <a:xfrm>
              <a:off x="1694344" y="799310"/>
              <a:ext cx="4942940" cy="584940"/>
            </a:xfrm>
            <a:prstGeom prst="rect">
              <a:avLst/>
            </a:prstGeom>
            <a:noFill/>
          </p:spPr>
          <p:txBody>
            <a:bodyPr wrap="square" rtlCol="0">
              <a:spAutoFit/>
            </a:bodyPr>
            <a:lstStyle/>
            <a:p>
              <a:pPr defTabSz="228600"/>
              <a:r>
                <a:rPr lang="en-US" altLang="zh-CN"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Digital welfare ecological King coming</a:t>
              </a:r>
              <a:endParaRPr lang="zh-CN" altLang="en-US"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endParaRPr>
            </a:p>
          </p:txBody>
        </p:sp>
      </p:grpSp>
      <p:sp>
        <p:nvSpPr>
          <p:cNvPr id="10" name="矩形 9"/>
          <p:cNvSpPr/>
          <p:nvPr/>
        </p:nvSpPr>
        <p:spPr>
          <a:xfrm>
            <a:off x="110490" y="1996497"/>
            <a:ext cx="11971020" cy="4126514"/>
          </a:xfrm>
          <a:prstGeom prst="rect">
            <a:avLst/>
          </a:prstGeom>
        </p:spPr>
        <p:txBody>
          <a:bodyPr wrap="square">
            <a:spAutoFit/>
          </a:bodyPr>
          <a:lstStyle/>
          <a:p>
            <a:pPr algn="ctr">
              <a:lnSpc>
                <a:spcPct val="110000"/>
              </a:lnSpc>
            </a:pPr>
            <a:r>
              <a:rPr lang="en-US" sz="2400" spc="300" dirty="0">
                <a:solidFill>
                  <a:schemeClr val="bg1"/>
                </a:solidFill>
                <a:latin typeface="华文中宋" panose="02010600040101010101" charset="-122"/>
                <a:ea typeface="华文中宋" panose="02010600040101010101" charset="-122"/>
                <a:cs typeface="华文中宋" panose="02010600040101010101" charset="-122"/>
              </a:rPr>
              <a:t>2020 is unstoppable!</a:t>
            </a:r>
          </a:p>
          <a:p>
            <a:pPr algn="ctr">
              <a:lnSpc>
                <a:spcPct val="110000"/>
              </a:lnSpc>
            </a:pPr>
            <a:r>
              <a:rPr lang="en-US" sz="2400" spc="300" dirty="0">
                <a:solidFill>
                  <a:schemeClr val="bg1"/>
                </a:solidFill>
                <a:latin typeface="华文中宋" panose="02010600040101010101" charset="-122"/>
                <a:ea typeface="华文中宋" panose="02010600040101010101" charset="-122"/>
                <a:cs typeface="华文中宋" panose="02010600040101010101" charset="-122"/>
              </a:rPr>
              <a:t>Missed the bitcoin boom</a:t>
            </a:r>
          </a:p>
          <a:p>
            <a:pPr algn="ctr">
              <a:lnSpc>
                <a:spcPct val="110000"/>
              </a:lnSpc>
            </a:pPr>
            <a:r>
              <a:rPr lang="en-US" sz="2400" spc="300" dirty="0">
                <a:solidFill>
                  <a:schemeClr val="bg1"/>
                </a:solidFill>
                <a:latin typeface="华文中宋" panose="02010600040101010101" charset="-122"/>
                <a:ea typeface="华文中宋" panose="02010600040101010101" charset="-122"/>
                <a:cs typeface="华文中宋" panose="02010600040101010101" charset="-122"/>
              </a:rPr>
              <a:t>Enough to pay cognitive "leek tax"</a:t>
            </a:r>
          </a:p>
          <a:p>
            <a:pPr algn="ctr">
              <a:lnSpc>
                <a:spcPct val="110000"/>
              </a:lnSpc>
            </a:pPr>
            <a:r>
              <a:rPr lang="en-US" sz="2400" spc="300" dirty="0">
                <a:solidFill>
                  <a:schemeClr val="bg1"/>
                </a:solidFill>
                <a:latin typeface="华文中宋" panose="02010600040101010101" charset="-122"/>
                <a:ea typeface="华文中宋" panose="02010600040101010101" charset="-122"/>
                <a:cs typeface="华文中宋" panose="02010600040101010101" charset="-122"/>
              </a:rPr>
              <a:t>This time, "good luck digital welfare ecology" will subvert the tradition</a:t>
            </a:r>
          </a:p>
          <a:p>
            <a:pPr algn="ctr">
              <a:lnSpc>
                <a:spcPct val="110000"/>
              </a:lnSpc>
            </a:pPr>
            <a:r>
              <a:rPr lang="en-US" sz="2400" spc="300" dirty="0">
                <a:solidFill>
                  <a:schemeClr val="bg1"/>
                </a:solidFill>
                <a:latin typeface="华文中宋" panose="02010600040101010101" charset="-122"/>
                <a:ea typeface="华文中宋" panose="02010600040101010101" charset="-122"/>
                <a:cs typeface="华文中宋" panose="02010600040101010101" charset="-122"/>
              </a:rPr>
              <a:t>Lead the operation of digital assets to a new milestone!</a:t>
            </a:r>
          </a:p>
          <a:p>
            <a:pPr algn="ctr">
              <a:lnSpc>
                <a:spcPct val="110000"/>
              </a:lnSpc>
            </a:pPr>
            <a:r>
              <a:rPr lang="en-US" sz="2400" spc="300" dirty="0">
                <a:solidFill>
                  <a:schemeClr val="bg1"/>
                </a:solidFill>
                <a:latin typeface="华文中宋" panose="02010600040101010101" charset="-122"/>
                <a:ea typeface="华文中宋" panose="02010600040101010101" charset="-122"/>
                <a:cs typeface="华文中宋" panose="02010600040101010101" charset="-122"/>
              </a:rPr>
              <a:t>Thinking determines the way out! Wealth only points to the discerning!</a:t>
            </a:r>
          </a:p>
          <a:p>
            <a:pPr algn="ctr">
              <a:lnSpc>
                <a:spcPct val="110000"/>
              </a:lnSpc>
            </a:pPr>
            <a:r>
              <a:rPr lang="en-US" sz="2400" spc="300" dirty="0">
                <a:solidFill>
                  <a:schemeClr val="bg1"/>
                </a:solidFill>
                <a:latin typeface="华文中宋" panose="02010600040101010101" charset="-122"/>
                <a:ea typeface="华文中宋" panose="02010600040101010101" charset="-122"/>
                <a:cs typeface="华文中宋" panose="02010600040101010101" charset="-122"/>
              </a:rPr>
              <a:t>Lower investment, faster return, more security, let civilians counter attack!</a:t>
            </a:r>
            <a:endParaRPr sz="2400" b="1" spc="300" dirty="0">
              <a:solidFill>
                <a:schemeClr val="bg1"/>
              </a:solidFill>
              <a:latin typeface="华文中宋" panose="02010600040101010101" charset="-122"/>
              <a:ea typeface="华文中宋" panose="02010600040101010101" charset="-122"/>
              <a:cs typeface="华文中宋" panose="02010600040101010101" charset="-122"/>
            </a:endParaRPr>
          </a:p>
        </p:txBody>
      </p:sp>
      <p:pic>
        <p:nvPicPr>
          <p:cNvPr id="3" name="图片 2" descr="Good Luck logo-已转曲(1)"/>
          <p:cNvPicPr>
            <a:picLocks noChangeAspect="1"/>
          </p:cNvPicPr>
          <p:nvPr>
            <p:custDataLst>
              <p:tags r:id="rId1"/>
            </p:custDataLst>
          </p:nvPr>
        </p:nvPicPr>
        <p:blipFill>
          <a:blip r:embed="rId4"/>
          <a:stretch>
            <a:fillRect/>
          </a:stretch>
        </p:blipFill>
        <p:spPr>
          <a:xfrm>
            <a:off x="226695" y="196850"/>
            <a:ext cx="1271270" cy="127127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advTm="3000">
        <p14:ripple/>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670" y="1"/>
            <a:ext cx="12227670" cy="6858000"/>
          </a:xfrm>
          <a:prstGeom prst="rect">
            <a:avLst/>
          </a:prstGeom>
        </p:spPr>
      </p:pic>
      <p:grpSp>
        <p:nvGrpSpPr>
          <p:cNvPr id="3" name="组合 2"/>
          <p:cNvGrpSpPr/>
          <p:nvPr/>
        </p:nvGrpSpPr>
        <p:grpSpPr>
          <a:xfrm>
            <a:off x="3040148" y="1719663"/>
            <a:ext cx="6925297" cy="3552646"/>
            <a:chOff x="3519797" y="1200031"/>
            <a:chExt cx="5227667" cy="3552646"/>
          </a:xfrm>
        </p:grpSpPr>
        <p:sp>
          <p:nvSpPr>
            <p:cNvPr id="5" name="文本框 4"/>
            <p:cNvSpPr txBox="1"/>
            <p:nvPr/>
          </p:nvSpPr>
          <p:spPr>
            <a:xfrm>
              <a:off x="4191995" y="1200031"/>
              <a:ext cx="3883273" cy="2399665"/>
            </a:xfrm>
            <a:prstGeom prst="rect">
              <a:avLst/>
            </a:prstGeom>
            <a:noFill/>
          </p:spPr>
          <p:txBody>
            <a:bodyPr vert="horz" wrap="square" rtlCol="0">
              <a:spAutoFit/>
            </a:bodyPr>
            <a:lstStyle/>
            <a:p>
              <a:pPr algn="ctr"/>
              <a:r>
                <a:rPr lang="en-US" altLang="zh-CN" sz="15000" b="1" dirty="0">
                  <a:solidFill>
                    <a:schemeClr val="bg1"/>
                  </a:solidFill>
                  <a:latin typeface="微软雅黑" panose="020B0503020204020204" pitchFamily="34" charset="-122"/>
                  <a:ea typeface="微软雅黑" panose="020B0503020204020204" pitchFamily="34" charset="-122"/>
                </a:rPr>
                <a:t>04</a:t>
              </a:r>
              <a:endParaRPr lang="zh-CN" altLang="en-US" sz="15000" b="1" dirty="0">
                <a:solidFill>
                  <a:schemeClr val="bg1"/>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3519797" y="3429238"/>
              <a:ext cx="5227667" cy="1323439"/>
            </a:xfrm>
            <a:prstGeom prst="rect">
              <a:avLst/>
            </a:prstGeom>
            <a:noFill/>
          </p:spPr>
          <p:txBody>
            <a:bodyPr wrap="square" rtlCol="0">
              <a:spAutoFit/>
            </a:bodyPr>
            <a:lstStyle/>
            <a:p>
              <a:pPr algn="ctr"/>
              <a:r>
                <a:rPr lang="en-US" altLang="zh-CN" sz="4000" b="1" spc="600" dirty="0">
                  <a:solidFill>
                    <a:schemeClr val="bg1"/>
                  </a:solidFill>
                  <a:latin typeface="微软雅黑" panose="020B0503020204020204" pitchFamily="34" charset="-122"/>
                  <a:ea typeface="微软雅黑" panose="020B0503020204020204" pitchFamily="34" charset="-122"/>
                  <a:sym typeface="+mn-ea"/>
                </a:rPr>
                <a:t>Good Luck</a:t>
              </a:r>
              <a:r>
                <a:rPr lang="zh-CN" altLang="en-US" sz="4000" b="1" spc="600" dirty="0">
                  <a:solidFill>
                    <a:schemeClr val="bg1"/>
                  </a:solidFill>
                  <a:latin typeface="微软雅黑" panose="020B0503020204020204" pitchFamily="34" charset="-122"/>
                  <a:ea typeface="微软雅黑" panose="020B0503020204020204" pitchFamily="34" charset="-122"/>
                  <a:sym typeface="+mn-ea"/>
                </a:rPr>
                <a:t> </a:t>
              </a:r>
              <a:r>
                <a:rPr lang="en-US" altLang="zh-CN" sz="4000" dirty="0">
                  <a:solidFill>
                    <a:schemeClr val="bg1"/>
                  </a:solidFill>
                  <a:cs typeface="+mn-ea"/>
                  <a:sym typeface="+mn-lt"/>
                </a:rPr>
                <a:t>planning</a:t>
              </a:r>
              <a:endParaRPr lang="zh-CN" altLang="en-US" sz="4000" b="1" spc="600" dirty="0">
                <a:solidFill>
                  <a:schemeClr val="bg1"/>
                </a:solidFill>
                <a:latin typeface="微软雅黑" panose="020B0503020204020204" pitchFamily="34" charset="-122"/>
                <a:ea typeface="微软雅黑" panose="020B0503020204020204" pitchFamily="34" charset="-122"/>
                <a:sym typeface="+mn-ea"/>
              </a:endParaRPr>
            </a:p>
          </p:txBody>
        </p:sp>
      </p:grpSp>
      <p:pic>
        <p:nvPicPr>
          <p:cNvPr id="15" name="图片 14" descr="Good Luck logo-已转曲(1)"/>
          <p:cNvPicPr>
            <a:picLocks noChangeAspect="1"/>
          </p:cNvPicPr>
          <p:nvPr>
            <p:custDataLst>
              <p:tags r:id="rId1"/>
            </p:custDataLst>
          </p:nvPr>
        </p:nvPicPr>
        <p:blipFill>
          <a:blip r:embed="rId5"/>
          <a:stretch>
            <a:fillRect/>
          </a:stretch>
        </p:blipFill>
        <p:spPr>
          <a:xfrm>
            <a:off x="226695" y="196850"/>
            <a:ext cx="1271270" cy="127127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advTm="3000">
        <p14:doors/>
      </p:transition>
    </mc:Choice>
    <mc:Fallback xmlns="">
      <p:transition spd="slow" advTm="3000">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组合 29"/>
          <p:cNvGrpSpPr/>
          <p:nvPr/>
        </p:nvGrpSpPr>
        <p:grpSpPr>
          <a:xfrm>
            <a:off x="2439035" y="791845"/>
            <a:ext cx="7104380" cy="1202054"/>
            <a:chOff x="1120877" y="766916"/>
            <a:chExt cx="4689374" cy="1201978"/>
          </a:xfrm>
        </p:grpSpPr>
        <p:sp>
          <p:nvSpPr>
            <p:cNvPr id="31" name="矩形 30"/>
            <p:cNvSpPr/>
            <p:nvPr/>
          </p:nvSpPr>
          <p:spPr>
            <a:xfrm>
              <a:off x="1120877" y="766916"/>
              <a:ext cx="501446" cy="648929"/>
            </a:xfrm>
            <a:prstGeom prst="rect">
              <a:avLst/>
            </a:prstGeom>
            <a:solidFill>
              <a:srgbClr val="FEC35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Textfeld 29"/>
            <p:cNvSpPr txBox="1"/>
            <p:nvPr/>
          </p:nvSpPr>
          <p:spPr>
            <a:xfrm>
              <a:off x="1869713" y="799417"/>
              <a:ext cx="3940538" cy="1169477"/>
            </a:xfrm>
            <a:prstGeom prst="rect">
              <a:avLst/>
            </a:prstGeom>
            <a:noFill/>
          </p:spPr>
          <p:txBody>
            <a:bodyPr wrap="square" rtlCol="0">
              <a:spAutoFit/>
            </a:bodyPr>
            <a:lstStyle/>
            <a:p>
              <a:pPr defTabSz="228600"/>
              <a:r>
                <a:rPr lang="en-US" altLang="zh-CN" sz="35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ea"/>
                  <a:sym typeface="+mn-lt"/>
                </a:rPr>
                <a:t>Global exchange realizable</a:t>
              </a:r>
              <a:endParaRPr dirty="0">
                <a:solidFill>
                  <a:schemeClr val="bg1"/>
                </a:solidFill>
                <a:latin typeface="微软雅黑" panose="020B0503020204020204" pitchFamily="34" charset="-122"/>
                <a:ea typeface="微软雅黑" panose="020B0503020204020204" pitchFamily="34" charset="-122"/>
                <a:cs typeface="+mn-ea"/>
                <a:sym typeface="+mn-lt"/>
              </a:endParaRPr>
            </a:p>
          </p:txBody>
        </p:sp>
      </p:grpSp>
      <p:pic>
        <p:nvPicPr>
          <p:cNvPr id="36" name="图片 35" descr="Good Luck logo-已转曲(1)"/>
          <p:cNvPicPr>
            <a:picLocks noChangeAspect="1"/>
          </p:cNvPicPr>
          <p:nvPr>
            <p:custDataLst>
              <p:tags r:id="rId1"/>
            </p:custDataLst>
          </p:nvPr>
        </p:nvPicPr>
        <p:blipFill>
          <a:blip r:embed="rId4"/>
          <a:stretch>
            <a:fillRect/>
          </a:stretch>
        </p:blipFill>
        <p:spPr>
          <a:xfrm>
            <a:off x="226695" y="196850"/>
            <a:ext cx="1271270" cy="1271270"/>
          </a:xfrm>
          <a:prstGeom prst="rect">
            <a:avLst/>
          </a:prstGeom>
        </p:spPr>
      </p:pic>
      <p:pic>
        <p:nvPicPr>
          <p:cNvPr id="8" name="图片 7" descr="图片1"/>
          <p:cNvPicPr>
            <a:picLocks noChangeAspect="1"/>
          </p:cNvPicPr>
          <p:nvPr/>
        </p:nvPicPr>
        <p:blipFill>
          <a:blip r:embed="rId5"/>
          <a:stretch>
            <a:fillRect/>
          </a:stretch>
        </p:blipFill>
        <p:spPr>
          <a:xfrm>
            <a:off x="1830089" y="3153302"/>
            <a:ext cx="1779655" cy="1887195"/>
          </a:xfrm>
          <a:prstGeom prst="rect">
            <a:avLst/>
          </a:prstGeom>
        </p:spPr>
      </p:pic>
      <p:pic>
        <p:nvPicPr>
          <p:cNvPr id="11" name="图片 10" descr="F:\Good Luck 数字福利生态\图片\图片5.png图片5"/>
          <p:cNvPicPr>
            <a:picLocks noChangeAspect="1"/>
          </p:cNvPicPr>
          <p:nvPr/>
        </p:nvPicPr>
        <p:blipFill>
          <a:blip r:embed="rId6"/>
          <a:srcRect/>
          <a:stretch>
            <a:fillRect/>
          </a:stretch>
        </p:blipFill>
        <p:spPr>
          <a:xfrm>
            <a:off x="7079634" y="2752253"/>
            <a:ext cx="3202497" cy="3394415"/>
          </a:xfrm>
          <a:prstGeom prst="rect">
            <a:avLst/>
          </a:prstGeom>
        </p:spPr>
      </p:pic>
      <p:pic>
        <p:nvPicPr>
          <p:cNvPr id="19" name="图片 18" descr="F:\Good Luck 数字福利生态\图片\图片3.png图片3"/>
          <p:cNvPicPr>
            <a:picLocks noChangeAspect="1"/>
          </p:cNvPicPr>
          <p:nvPr/>
        </p:nvPicPr>
        <p:blipFill>
          <a:blip r:embed="rId7"/>
          <a:srcRect/>
          <a:stretch>
            <a:fillRect/>
          </a:stretch>
        </p:blipFill>
        <p:spPr>
          <a:xfrm>
            <a:off x="4961910" y="3464768"/>
            <a:ext cx="1474130" cy="147413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advTm="3000">
        <p14:gallery dir="r"/>
      </p:transition>
    </mc:Choice>
    <mc:Fallback xmlns="">
      <p:transition spd="slow"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anim calcmode="lin" valueType="num">
                                      <p:cBhvr additive="base">
                                        <p:cTn id="19" dur="500" fill="hold"/>
                                        <p:tgtEl>
                                          <p:spTgt spid="19"/>
                                        </p:tgtEl>
                                        <p:attrNameLst>
                                          <p:attrName>ppt_x</p:attrName>
                                        </p:attrNameLst>
                                      </p:cBhvr>
                                      <p:tavLst>
                                        <p:tav tm="0">
                                          <p:val>
                                            <p:strVal val="#ppt_x"/>
                                          </p:val>
                                        </p:tav>
                                        <p:tav tm="100000">
                                          <p:val>
                                            <p:strVal val="#ppt_x"/>
                                          </p:val>
                                        </p:tav>
                                      </p:tavLst>
                                    </p:anim>
                                    <p:anim calcmode="lin" valueType="num">
                                      <p:cBhvr additive="base">
                                        <p:cTn id="20"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670" y="1"/>
            <a:ext cx="12227670" cy="6858000"/>
          </a:xfrm>
          <a:prstGeom prst="rect">
            <a:avLst/>
          </a:prstGeom>
        </p:spPr>
      </p:pic>
      <p:grpSp>
        <p:nvGrpSpPr>
          <p:cNvPr id="3" name="组合 2"/>
          <p:cNvGrpSpPr/>
          <p:nvPr/>
        </p:nvGrpSpPr>
        <p:grpSpPr>
          <a:xfrm>
            <a:off x="2417276" y="1900731"/>
            <a:ext cx="8513875" cy="3552924"/>
            <a:chOff x="3519797" y="1200031"/>
            <a:chExt cx="6308725" cy="3552924"/>
          </a:xfrm>
        </p:grpSpPr>
        <p:sp>
          <p:nvSpPr>
            <p:cNvPr id="5" name="文本框 4"/>
            <p:cNvSpPr txBox="1"/>
            <p:nvPr/>
          </p:nvSpPr>
          <p:spPr>
            <a:xfrm>
              <a:off x="4191995" y="1200031"/>
              <a:ext cx="3883273" cy="2399665"/>
            </a:xfrm>
            <a:prstGeom prst="rect">
              <a:avLst/>
            </a:prstGeom>
            <a:noFill/>
          </p:spPr>
          <p:txBody>
            <a:bodyPr vert="horz" wrap="square" rtlCol="0">
              <a:spAutoFit/>
            </a:bodyPr>
            <a:lstStyle/>
            <a:p>
              <a:pPr algn="ctr"/>
              <a:r>
                <a:rPr lang="en-US" altLang="zh-CN" sz="15000" b="1" dirty="0">
                  <a:solidFill>
                    <a:schemeClr val="bg1"/>
                  </a:solidFill>
                  <a:latin typeface="微软雅黑" panose="020B0503020204020204" pitchFamily="34" charset="-122"/>
                  <a:ea typeface="微软雅黑" panose="020B0503020204020204" pitchFamily="34" charset="-122"/>
                </a:rPr>
                <a:t>05</a:t>
              </a:r>
              <a:endParaRPr lang="zh-CN" altLang="en-US" sz="15000" b="1" dirty="0">
                <a:solidFill>
                  <a:schemeClr val="bg1"/>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3519797" y="3429516"/>
              <a:ext cx="6308725" cy="1323439"/>
            </a:xfrm>
            <a:prstGeom prst="rect">
              <a:avLst/>
            </a:prstGeom>
            <a:noFill/>
          </p:spPr>
          <p:txBody>
            <a:bodyPr wrap="square" rtlCol="0">
              <a:spAutoFit/>
            </a:bodyPr>
            <a:lstStyle/>
            <a:p>
              <a:pPr algn="ctr"/>
              <a:r>
                <a:rPr lang="en-US" altLang="zh-CN" sz="4000" b="1" spc="600" dirty="0">
                  <a:solidFill>
                    <a:schemeClr val="bg1"/>
                  </a:solidFill>
                  <a:latin typeface="微软雅黑" panose="020B0503020204020204" pitchFamily="34" charset="-122"/>
                  <a:ea typeface="微软雅黑" panose="020B0503020204020204" pitchFamily="34" charset="-122"/>
                  <a:sym typeface="+mn-ea"/>
                </a:rPr>
                <a:t>Good Luck</a:t>
              </a:r>
              <a:r>
                <a:rPr lang="zh-CN" altLang="en-US" sz="4000" b="1" spc="600" dirty="0">
                  <a:solidFill>
                    <a:schemeClr val="bg1"/>
                  </a:solidFill>
                  <a:latin typeface="微软雅黑" panose="020B0503020204020204" pitchFamily="34" charset="-122"/>
                  <a:ea typeface="微软雅黑" panose="020B0503020204020204" pitchFamily="34" charset="-122"/>
                  <a:sym typeface="+mn-ea"/>
                </a:rPr>
                <a:t> </a:t>
              </a:r>
              <a:r>
                <a:rPr lang="en-US" altLang="zh-CN" sz="4000" dirty="0">
                  <a:solidFill>
                    <a:schemeClr val="bg1"/>
                  </a:solidFill>
                  <a:cs typeface="+mn-ea"/>
                  <a:sym typeface="+mn-lt"/>
                </a:rPr>
                <a:t>reward mechanism</a:t>
              </a:r>
              <a:endParaRPr lang="zh-CN" altLang="en-US" sz="4000" b="1" spc="600" dirty="0">
                <a:solidFill>
                  <a:schemeClr val="bg1"/>
                </a:solidFill>
                <a:latin typeface="微软雅黑" panose="020B0503020204020204" pitchFamily="34" charset="-122"/>
                <a:ea typeface="微软雅黑" panose="020B0503020204020204" pitchFamily="34" charset="-122"/>
                <a:sym typeface="+mn-ea"/>
              </a:endParaRPr>
            </a:p>
          </p:txBody>
        </p:sp>
      </p:grpSp>
      <p:pic>
        <p:nvPicPr>
          <p:cNvPr id="8" name="图片 7" descr="Good Luck logo-已转曲(1)"/>
          <p:cNvPicPr>
            <a:picLocks noChangeAspect="1"/>
          </p:cNvPicPr>
          <p:nvPr>
            <p:custDataLst>
              <p:tags r:id="rId1"/>
            </p:custDataLst>
          </p:nvPr>
        </p:nvPicPr>
        <p:blipFill>
          <a:blip r:embed="rId5"/>
          <a:stretch>
            <a:fillRect/>
          </a:stretch>
        </p:blipFill>
        <p:spPr>
          <a:xfrm>
            <a:off x="226695" y="196850"/>
            <a:ext cx="1271270" cy="127127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advTm="3000">
        <p14:doors/>
      </p:transition>
    </mc:Choice>
    <mc:Fallback xmlns="">
      <p:transition spd="slow" advTm="3000">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e31aef7f-83b3-42f1-b306-c0c61aa422fa"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1114249" y="2337616"/>
            <a:ext cx="10105131" cy="3074642"/>
            <a:chOff x="660625" y="1836550"/>
            <a:chExt cx="11025275" cy="3354612"/>
          </a:xfrm>
        </p:grpSpPr>
        <p:grpSp>
          <p:nvGrpSpPr>
            <p:cNvPr id="4" name="ísḷîḋê"/>
            <p:cNvGrpSpPr/>
            <p:nvPr/>
          </p:nvGrpSpPr>
          <p:grpSpPr>
            <a:xfrm>
              <a:off x="6201959" y="3687811"/>
              <a:ext cx="4932754" cy="1319745"/>
              <a:chOff x="5841650" y="3490507"/>
              <a:chExt cx="4276526" cy="1144169"/>
            </a:xfrm>
          </p:grpSpPr>
          <p:sp>
            <p:nvSpPr>
              <p:cNvPr id="46" name="îŝḷíḍê"/>
              <p:cNvSpPr/>
              <p:nvPr/>
            </p:nvSpPr>
            <p:spPr>
              <a:xfrm>
                <a:off x="5841650" y="3490507"/>
                <a:ext cx="3327400" cy="127420"/>
              </a:xfrm>
              <a:custGeom>
                <a:avLst/>
                <a:gdLst>
                  <a:gd name="connsiteX0" fmla="*/ 0 w 9137688"/>
                  <a:gd name="connsiteY0" fmla="*/ 0 h 127420"/>
                  <a:gd name="connsiteX1" fmla="*/ 9137688 w 9137688"/>
                  <a:gd name="connsiteY1" fmla="*/ 0 h 127420"/>
                  <a:gd name="connsiteX2" fmla="*/ 9137688 w 9137688"/>
                  <a:gd name="connsiteY2" fmla="*/ 127420 h 127420"/>
                  <a:gd name="connsiteX3" fmla="*/ 0 w 9137688"/>
                  <a:gd name="connsiteY3" fmla="*/ 127420 h 127420"/>
                  <a:gd name="connsiteX4" fmla="*/ 0 w 9137688"/>
                  <a:gd name="connsiteY4" fmla="*/ 0 h 127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37688" h="127420">
                    <a:moveTo>
                      <a:pt x="0" y="0"/>
                    </a:moveTo>
                    <a:lnTo>
                      <a:pt x="9137688" y="0"/>
                    </a:lnTo>
                    <a:lnTo>
                      <a:pt x="9137688" y="127420"/>
                    </a:lnTo>
                    <a:lnTo>
                      <a:pt x="0" y="127420"/>
                    </a:lnTo>
                    <a:lnTo>
                      <a:pt x="0" y="0"/>
                    </a:lnTo>
                    <a:close/>
                  </a:path>
                </a:pathLst>
              </a:custGeom>
              <a:solidFill>
                <a:schemeClr val="accent6"/>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b="1">
                  <a:solidFill>
                    <a:schemeClr val="bg1"/>
                  </a:solidFill>
                  <a:latin typeface="+mn-ea"/>
                </a:endParaRPr>
              </a:p>
            </p:txBody>
          </p:sp>
          <p:grpSp>
            <p:nvGrpSpPr>
              <p:cNvPr id="47" name="ïṡḻidê"/>
              <p:cNvGrpSpPr/>
              <p:nvPr/>
            </p:nvGrpSpPr>
            <p:grpSpPr>
              <a:xfrm flipV="1">
                <a:off x="7272360" y="3490509"/>
                <a:ext cx="2845816" cy="1144167"/>
                <a:chOff x="3453812" y="1981302"/>
                <a:chExt cx="2845816" cy="1144167"/>
              </a:xfrm>
              <a:solidFill>
                <a:schemeClr val="accent6"/>
              </a:solidFill>
            </p:grpSpPr>
            <p:sp>
              <p:nvSpPr>
                <p:cNvPr id="48" name="išļíḓè"/>
                <p:cNvSpPr/>
                <p:nvPr/>
              </p:nvSpPr>
              <p:spPr>
                <a:xfrm rot="5400000" flipH="1">
                  <a:off x="4406540" y="1377234"/>
                  <a:ext cx="795507" cy="2700963"/>
                </a:xfrm>
                <a:custGeom>
                  <a:avLst/>
                  <a:gdLst>
                    <a:gd name="connsiteX0" fmla="*/ 442921 w 1202714"/>
                    <a:gd name="connsiteY0" fmla="*/ 0 h 4083540"/>
                    <a:gd name="connsiteX1" fmla="*/ 1202714 w 1202714"/>
                    <a:gd name="connsiteY1" fmla="*/ 0 h 4083540"/>
                    <a:gd name="connsiteX2" fmla="*/ 1202714 w 1202714"/>
                    <a:gd name="connsiteY2" fmla="*/ 185426 h 4083540"/>
                    <a:gd name="connsiteX3" fmla="*/ 504824 w 1202714"/>
                    <a:gd name="connsiteY3" fmla="*/ 185426 h 4083540"/>
                    <a:gd name="connsiteX4" fmla="*/ 190498 w 1202714"/>
                    <a:gd name="connsiteY4" fmla="*/ 483917 h 4083540"/>
                    <a:gd name="connsiteX5" fmla="*/ 190498 w 1202714"/>
                    <a:gd name="connsiteY5" fmla="*/ 4083540 h 4083540"/>
                    <a:gd name="connsiteX6" fmla="*/ 924 w 1202714"/>
                    <a:gd name="connsiteY6" fmla="*/ 4083540 h 4083540"/>
                    <a:gd name="connsiteX7" fmla="*/ 0 w 1202714"/>
                    <a:gd name="connsiteY7" fmla="*/ 4074834 h 4083540"/>
                    <a:gd name="connsiteX8" fmla="*/ 0 w 1202714"/>
                    <a:gd name="connsiteY8" fmla="*/ 420608 h 4083540"/>
                    <a:gd name="connsiteX9" fmla="*/ 442921 w 1202714"/>
                    <a:gd name="connsiteY9" fmla="*/ 0 h 408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02714" h="4083540">
                      <a:moveTo>
                        <a:pt x="442921" y="0"/>
                      </a:moveTo>
                      <a:lnTo>
                        <a:pt x="1202714" y="0"/>
                      </a:lnTo>
                      <a:lnTo>
                        <a:pt x="1202714" y="185426"/>
                      </a:lnTo>
                      <a:lnTo>
                        <a:pt x="504824" y="185426"/>
                      </a:lnTo>
                      <a:cubicBezTo>
                        <a:pt x="331227" y="185426"/>
                        <a:pt x="190498" y="319066"/>
                        <a:pt x="190498" y="483917"/>
                      </a:cubicBezTo>
                      <a:lnTo>
                        <a:pt x="190498" y="4083540"/>
                      </a:lnTo>
                      <a:lnTo>
                        <a:pt x="924" y="4083540"/>
                      </a:lnTo>
                      <a:lnTo>
                        <a:pt x="0" y="4074834"/>
                      </a:lnTo>
                      <a:lnTo>
                        <a:pt x="0" y="420608"/>
                      </a:lnTo>
                      <a:cubicBezTo>
                        <a:pt x="0" y="188312"/>
                        <a:pt x="198302" y="0"/>
                        <a:pt x="442921" y="0"/>
                      </a:cubicBezTo>
                      <a:close/>
                    </a:path>
                  </a:pathLst>
                </a:custGeom>
                <a:grp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b="1">
                    <a:solidFill>
                      <a:schemeClr val="bg1"/>
                    </a:solidFill>
                    <a:latin typeface="+mn-ea"/>
                  </a:endParaRPr>
                </a:p>
              </p:txBody>
            </p:sp>
            <p:sp>
              <p:nvSpPr>
                <p:cNvPr id="49" name="îşļiḑe"/>
                <p:cNvSpPr/>
                <p:nvPr/>
              </p:nvSpPr>
              <p:spPr>
                <a:xfrm>
                  <a:off x="5895182" y="1981302"/>
                  <a:ext cx="404446" cy="348660"/>
                </a:xfrm>
                <a:prstGeom prst="triangle">
                  <a:avLst/>
                </a:prstGeom>
                <a:grp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b="1">
                    <a:solidFill>
                      <a:schemeClr val="bg1"/>
                    </a:solidFill>
                    <a:latin typeface="+mn-ea"/>
                  </a:endParaRPr>
                </a:p>
              </p:txBody>
            </p:sp>
          </p:grpSp>
        </p:grpSp>
        <p:grpSp>
          <p:nvGrpSpPr>
            <p:cNvPr id="5" name="îšḻídé"/>
            <p:cNvGrpSpPr/>
            <p:nvPr/>
          </p:nvGrpSpPr>
          <p:grpSpPr>
            <a:xfrm>
              <a:off x="6201959" y="1836550"/>
              <a:ext cx="4932754" cy="1319734"/>
              <a:chOff x="5841650" y="2218922"/>
              <a:chExt cx="4276526" cy="1144167"/>
            </a:xfrm>
          </p:grpSpPr>
          <p:sp>
            <p:nvSpPr>
              <p:cNvPr id="42" name="îṣlíḍe"/>
              <p:cNvSpPr/>
              <p:nvPr/>
            </p:nvSpPr>
            <p:spPr>
              <a:xfrm>
                <a:off x="5841650" y="3235669"/>
                <a:ext cx="3327400" cy="127420"/>
              </a:xfrm>
              <a:custGeom>
                <a:avLst/>
                <a:gdLst>
                  <a:gd name="connsiteX0" fmla="*/ 0 w 9137688"/>
                  <a:gd name="connsiteY0" fmla="*/ 0 h 127420"/>
                  <a:gd name="connsiteX1" fmla="*/ 9137688 w 9137688"/>
                  <a:gd name="connsiteY1" fmla="*/ 0 h 127420"/>
                  <a:gd name="connsiteX2" fmla="*/ 9137688 w 9137688"/>
                  <a:gd name="connsiteY2" fmla="*/ 127420 h 127420"/>
                  <a:gd name="connsiteX3" fmla="*/ 0 w 9137688"/>
                  <a:gd name="connsiteY3" fmla="*/ 127420 h 127420"/>
                  <a:gd name="connsiteX4" fmla="*/ 0 w 9137688"/>
                  <a:gd name="connsiteY4" fmla="*/ 0 h 127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37688" h="127420">
                    <a:moveTo>
                      <a:pt x="0" y="0"/>
                    </a:moveTo>
                    <a:lnTo>
                      <a:pt x="9137688" y="0"/>
                    </a:lnTo>
                    <a:lnTo>
                      <a:pt x="9137688" y="127420"/>
                    </a:lnTo>
                    <a:lnTo>
                      <a:pt x="0" y="127420"/>
                    </a:lnTo>
                    <a:lnTo>
                      <a:pt x="0" y="0"/>
                    </a:lnTo>
                    <a:close/>
                  </a:path>
                </a:pathLst>
              </a:custGeom>
              <a:solidFill>
                <a:schemeClr val="accent4"/>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b="1">
                  <a:solidFill>
                    <a:schemeClr val="bg1"/>
                  </a:solidFill>
                  <a:latin typeface="+mn-ea"/>
                </a:endParaRPr>
              </a:p>
            </p:txBody>
          </p:sp>
          <p:grpSp>
            <p:nvGrpSpPr>
              <p:cNvPr id="43" name="îṩľíḑè"/>
              <p:cNvGrpSpPr/>
              <p:nvPr/>
            </p:nvGrpSpPr>
            <p:grpSpPr>
              <a:xfrm>
                <a:off x="7272360" y="2218922"/>
                <a:ext cx="2845816" cy="1144167"/>
                <a:chOff x="3453812" y="1981302"/>
                <a:chExt cx="2845816" cy="1144167"/>
              </a:xfrm>
              <a:solidFill>
                <a:schemeClr val="accent4"/>
              </a:solidFill>
            </p:grpSpPr>
            <p:sp>
              <p:nvSpPr>
                <p:cNvPr id="44" name="iSļiďê"/>
                <p:cNvSpPr/>
                <p:nvPr/>
              </p:nvSpPr>
              <p:spPr>
                <a:xfrm rot="5400000" flipH="1">
                  <a:off x="4406540" y="1377234"/>
                  <a:ext cx="795507" cy="2700963"/>
                </a:xfrm>
                <a:custGeom>
                  <a:avLst/>
                  <a:gdLst>
                    <a:gd name="connsiteX0" fmla="*/ 442921 w 1202714"/>
                    <a:gd name="connsiteY0" fmla="*/ 0 h 4083540"/>
                    <a:gd name="connsiteX1" fmla="*/ 1202714 w 1202714"/>
                    <a:gd name="connsiteY1" fmla="*/ 0 h 4083540"/>
                    <a:gd name="connsiteX2" fmla="*/ 1202714 w 1202714"/>
                    <a:gd name="connsiteY2" fmla="*/ 185426 h 4083540"/>
                    <a:gd name="connsiteX3" fmla="*/ 504824 w 1202714"/>
                    <a:gd name="connsiteY3" fmla="*/ 185426 h 4083540"/>
                    <a:gd name="connsiteX4" fmla="*/ 190498 w 1202714"/>
                    <a:gd name="connsiteY4" fmla="*/ 483917 h 4083540"/>
                    <a:gd name="connsiteX5" fmla="*/ 190498 w 1202714"/>
                    <a:gd name="connsiteY5" fmla="*/ 4083540 h 4083540"/>
                    <a:gd name="connsiteX6" fmla="*/ 924 w 1202714"/>
                    <a:gd name="connsiteY6" fmla="*/ 4083540 h 4083540"/>
                    <a:gd name="connsiteX7" fmla="*/ 0 w 1202714"/>
                    <a:gd name="connsiteY7" fmla="*/ 4074834 h 4083540"/>
                    <a:gd name="connsiteX8" fmla="*/ 0 w 1202714"/>
                    <a:gd name="connsiteY8" fmla="*/ 420608 h 4083540"/>
                    <a:gd name="connsiteX9" fmla="*/ 442921 w 1202714"/>
                    <a:gd name="connsiteY9" fmla="*/ 0 h 408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02714" h="4083540">
                      <a:moveTo>
                        <a:pt x="442921" y="0"/>
                      </a:moveTo>
                      <a:lnTo>
                        <a:pt x="1202714" y="0"/>
                      </a:lnTo>
                      <a:lnTo>
                        <a:pt x="1202714" y="185426"/>
                      </a:lnTo>
                      <a:lnTo>
                        <a:pt x="504824" y="185426"/>
                      </a:lnTo>
                      <a:cubicBezTo>
                        <a:pt x="331227" y="185426"/>
                        <a:pt x="190498" y="319066"/>
                        <a:pt x="190498" y="483917"/>
                      </a:cubicBezTo>
                      <a:lnTo>
                        <a:pt x="190498" y="4083540"/>
                      </a:lnTo>
                      <a:lnTo>
                        <a:pt x="924" y="4083540"/>
                      </a:lnTo>
                      <a:lnTo>
                        <a:pt x="0" y="4074834"/>
                      </a:lnTo>
                      <a:lnTo>
                        <a:pt x="0" y="420608"/>
                      </a:lnTo>
                      <a:cubicBezTo>
                        <a:pt x="0" y="188312"/>
                        <a:pt x="198302" y="0"/>
                        <a:pt x="442921" y="0"/>
                      </a:cubicBezTo>
                      <a:close/>
                    </a:path>
                  </a:pathLst>
                </a:custGeom>
                <a:grp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b="1">
                    <a:solidFill>
                      <a:schemeClr val="bg1"/>
                    </a:solidFill>
                    <a:latin typeface="+mn-ea"/>
                  </a:endParaRPr>
                </a:p>
              </p:txBody>
            </p:sp>
            <p:sp>
              <p:nvSpPr>
                <p:cNvPr id="45" name="isliḑé"/>
                <p:cNvSpPr/>
                <p:nvPr/>
              </p:nvSpPr>
              <p:spPr>
                <a:xfrm>
                  <a:off x="5895182" y="1981302"/>
                  <a:ext cx="404446" cy="348660"/>
                </a:xfrm>
                <a:prstGeom prst="triangle">
                  <a:avLst/>
                </a:prstGeom>
                <a:grp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b="1">
                    <a:solidFill>
                      <a:schemeClr val="bg1"/>
                    </a:solidFill>
                    <a:latin typeface="+mn-ea"/>
                  </a:endParaRPr>
                </a:p>
              </p:txBody>
            </p:sp>
          </p:grpSp>
        </p:grpSp>
        <p:grpSp>
          <p:nvGrpSpPr>
            <p:cNvPr id="6" name="iṧ1îďé"/>
            <p:cNvGrpSpPr/>
            <p:nvPr/>
          </p:nvGrpSpPr>
          <p:grpSpPr>
            <a:xfrm>
              <a:off x="3107805" y="1836550"/>
              <a:ext cx="4472745" cy="1319734"/>
              <a:chOff x="3159125" y="2218922"/>
              <a:chExt cx="3877713" cy="1144167"/>
            </a:xfrm>
          </p:grpSpPr>
          <p:sp>
            <p:nvSpPr>
              <p:cNvPr id="38" name="išļîḑe"/>
              <p:cNvSpPr/>
              <p:nvPr/>
            </p:nvSpPr>
            <p:spPr>
              <a:xfrm>
                <a:off x="3159125" y="3235669"/>
                <a:ext cx="3327400" cy="127420"/>
              </a:xfrm>
              <a:custGeom>
                <a:avLst/>
                <a:gdLst>
                  <a:gd name="connsiteX0" fmla="*/ 0 w 9137688"/>
                  <a:gd name="connsiteY0" fmla="*/ 0 h 127420"/>
                  <a:gd name="connsiteX1" fmla="*/ 9137688 w 9137688"/>
                  <a:gd name="connsiteY1" fmla="*/ 0 h 127420"/>
                  <a:gd name="connsiteX2" fmla="*/ 9137688 w 9137688"/>
                  <a:gd name="connsiteY2" fmla="*/ 127420 h 127420"/>
                  <a:gd name="connsiteX3" fmla="*/ 0 w 9137688"/>
                  <a:gd name="connsiteY3" fmla="*/ 127420 h 127420"/>
                  <a:gd name="connsiteX4" fmla="*/ 0 w 9137688"/>
                  <a:gd name="connsiteY4" fmla="*/ 0 h 127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37688" h="127420">
                    <a:moveTo>
                      <a:pt x="0" y="0"/>
                    </a:moveTo>
                    <a:lnTo>
                      <a:pt x="9137688" y="0"/>
                    </a:lnTo>
                    <a:lnTo>
                      <a:pt x="9137688" y="127420"/>
                    </a:lnTo>
                    <a:lnTo>
                      <a:pt x="0" y="127420"/>
                    </a:lnTo>
                    <a:lnTo>
                      <a:pt x="0" y="0"/>
                    </a:lnTo>
                    <a:close/>
                  </a:path>
                </a:pathLst>
              </a:custGeom>
              <a:solidFill>
                <a:schemeClr val="accent2"/>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b="1">
                  <a:solidFill>
                    <a:schemeClr val="bg1"/>
                  </a:solidFill>
                  <a:latin typeface="+mn-ea"/>
                </a:endParaRPr>
              </a:p>
            </p:txBody>
          </p:sp>
          <p:grpSp>
            <p:nvGrpSpPr>
              <p:cNvPr id="39" name="ïṡḷíḋè"/>
              <p:cNvGrpSpPr/>
              <p:nvPr/>
            </p:nvGrpSpPr>
            <p:grpSpPr>
              <a:xfrm>
                <a:off x="4191022" y="2218922"/>
                <a:ext cx="2845816" cy="1144167"/>
                <a:chOff x="3453812" y="1981302"/>
                <a:chExt cx="2845816" cy="1144167"/>
              </a:xfrm>
              <a:solidFill>
                <a:schemeClr val="accent2"/>
              </a:solidFill>
            </p:grpSpPr>
            <p:sp>
              <p:nvSpPr>
                <p:cNvPr id="40" name="îśľidè"/>
                <p:cNvSpPr/>
                <p:nvPr/>
              </p:nvSpPr>
              <p:spPr>
                <a:xfrm rot="5400000" flipH="1">
                  <a:off x="4406540" y="1377234"/>
                  <a:ext cx="795507" cy="2700963"/>
                </a:xfrm>
                <a:custGeom>
                  <a:avLst/>
                  <a:gdLst>
                    <a:gd name="connsiteX0" fmla="*/ 442921 w 1202714"/>
                    <a:gd name="connsiteY0" fmla="*/ 0 h 4083540"/>
                    <a:gd name="connsiteX1" fmla="*/ 1202714 w 1202714"/>
                    <a:gd name="connsiteY1" fmla="*/ 0 h 4083540"/>
                    <a:gd name="connsiteX2" fmla="*/ 1202714 w 1202714"/>
                    <a:gd name="connsiteY2" fmla="*/ 185426 h 4083540"/>
                    <a:gd name="connsiteX3" fmla="*/ 504824 w 1202714"/>
                    <a:gd name="connsiteY3" fmla="*/ 185426 h 4083540"/>
                    <a:gd name="connsiteX4" fmla="*/ 190498 w 1202714"/>
                    <a:gd name="connsiteY4" fmla="*/ 483917 h 4083540"/>
                    <a:gd name="connsiteX5" fmla="*/ 190498 w 1202714"/>
                    <a:gd name="connsiteY5" fmla="*/ 4083540 h 4083540"/>
                    <a:gd name="connsiteX6" fmla="*/ 924 w 1202714"/>
                    <a:gd name="connsiteY6" fmla="*/ 4083540 h 4083540"/>
                    <a:gd name="connsiteX7" fmla="*/ 0 w 1202714"/>
                    <a:gd name="connsiteY7" fmla="*/ 4074834 h 4083540"/>
                    <a:gd name="connsiteX8" fmla="*/ 0 w 1202714"/>
                    <a:gd name="connsiteY8" fmla="*/ 420608 h 4083540"/>
                    <a:gd name="connsiteX9" fmla="*/ 442921 w 1202714"/>
                    <a:gd name="connsiteY9" fmla="*/ 0 h 408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02714" h="4083540">
                      <a:moveTo>
                        <a:pt x="442921" y="0"/>
                      </a:moveTo>
                      <a:lnTo>
                        <a:pt x="1202714" y="0"/>
                      </a:lnTo>
                      <a:lnTo>
                        <a:pt x="1202714" y="185426"/>
                      </a:lnTo>
                      <a:lnTo>
                        <a:pt x="504824" y="185426"/>
                      </a:lnTo>
                      <a:cubicBezTo>
                        <a:pt x="331227" y="185426"/>
                        <a:pt x="190498" y="319066"/>
                        <a:pt x="190498" y="483917"/>
                      </a:cubicBezTo>
                      <a:lnTo>
                        <a:pt x="190498" y="4083540"/>
                      </a:lnTo>
                      <a:lnTo>
                        <a:pt x="924" y="4083540"/>
                      </a:lnTo>
                      <a:lnTo>
                        <a:pt x="0" y="4074834"/>
                      </a:lnTo>
                      <a:lnTo>
                        <a:pt x="0" y="420608"/>
                      </a:lnTo>
                      <a:cubicBezTo>
                        <a:pt x="0" y="188312"/>
                        <a:pt x="198302" y="0"/>
                        <a:pt x="442921" y="0"/>
                      </a:cubicBezTo>
                      <a:close/>
                    </a:path>
                  </a:pathLst>
                </a:custGeom>
                <a:grp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b="1">
                    <a:solidFill>
                      <a:schemeClr val="bg1"/>
                    </a:solidFill>
                    <a:latin typeface="+mn-ea"/>
                  </a:endParaRPr>
                </a:p>
              </p:txBody>
            </p:sp>
            <p:sp>
              <p:nvSpPr>
                <p:cNvPr id="41" name="îṡļïḍè"/>
                <p:cNvSpPr/>
                <p:nvPr/>
              </p:nvSpPr>
              <p:spPr>
                <a:xfrm>
                  <a:off x="5895182" y="1981302"/>
                  <a:ext cx="404446" cy="348660"/>
                </a:xfrm>
                <a:prstGeom prst="triangle">
                  <a:avLst/>
                </a:prstGeom>
                <a:grp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b="1">
                    <a:solidFill>
                      <a:schemeClr val="bg1"/>
                    </a:solidFill>
                    <a:latin typeface="+mn-ea"/>
                  </a:endParaRPr>
                </a:p>
              </p:txBody>
            </p:sp>
          </p:grpSp>
        </p:grpSp>
        <p:sp>
          <p:nvSpPr>
            <p:cNvPr id="7" name="ïślîḋè"/>
            <p:cNvSpPr/>
            <p:nvPr/>
          </p:nvSpPr>
          <p:spPr>
            <a:xfrm>
              <a:off x="743880" y="3348563"/>
              <a:ext cx="10539858" cy="146972"/>
            </a:xfrm>
            <a:custGeom>
              <a:avLst/>
              <a:gdLst>
                <a:gd name="connsiteX0" fmla="*/ 0 w 9137688"/>
                <a:gd name="connsiteY0" fmla="*/ 0 h 127420"/>
                <a:gd name="connsiteX1" fmla="*/ 9137688 w 9137688"/>
                <a:gd name="connsiteY1" fmla="*/ 0 h 127420"/>
                <a:gd name="connsiteX2" fmla="*/ 9137688 w 9137688"/>
                <a:gd name="connsiteY2" fmla="*/ 127420 h 127420"/>
                <a:gd name="connsiteX3" fmla="*/ 0 w 9137688"/>
                <a:gd name="connsiteY3" fmla="*/ 127420 h 127420"/>
                <a:gd name="connsiteX4" fmla="*/ 0 w 9137688"/>
                <a:gd name="connsiteY4" fmla="*/ 0 h 127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37688" h="127420">
                  <a:moveTo>
                    <a:pt x="0" y="0"/>
                  </a:moveTo>
                  <a:lnTo>
                    <a:pt x="9137688" y="0"/>
                  </a:lnTo>
                  <a:lnTo>
                    <a:pt x="9137688" y="127420"/>
                  </a:lnTo>
                  <a:lnTo>
                    <a:pt x="0" y="127420"/>
                  </a:lnTo>
                  <a:lnTo>
                    <a:pt x="0" y="0"/>
                  </a:lnTo>
                  <a:close/>
                </a:path>
              </a:pathLst>
            </a:custGeom>
            <a:solidFill>
              <a:srgbClr val="FEC350"/>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b="1">
                <a:solidFill>
                  <a:schemeClr val="bg1"/>
                </a:solidFill>
                <a:latin typeface="+mn-ea"/>
              </a:endParaRPr>
            </a:p>
          </p:txBody>
        </p:sp>
        <p:sp>
          <p:nvSpPr>
            <p:cNvPr id="8" name="íşḻîḍé"/>
            <p:cNvSpPr/>
            <p:nvPr/>
          </p:nvSpPr>
          <p:spPr>
            <a:xfrm rot="5400000">
              <a:off x="11251565" y="3218433"/>
              <a:ext cx="466508" cy="402162"/>
            </a:xfrm>
            <a:prstGeom prst="triangle">
              <a:avLst/>
            </a:prstGeom>
            <a:solidFill>
              <a:srgbClr val="FEC350"/>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b="1">
                <a:solidFill>
                  <a:schemeClr val="bg1"/>
                </a:solidFill>
                <a:latin typeface="+mn-ea"/>
              </a:endParaRPr>
            </a:p>
          </p:txBody>
        </p:sp>
        <p:grpSp>
          <p:nvGrpSpPr>
            <p:cNvPr id="9" name="iṧļïḋè"/>
            <p:cNvGrpSpPr/>
            <p:nvPr/>
          </p:nvGrpSpPr>
          <p:grpSpPr>
            <a:xfrm>
              <a:off x="3107805" y="3687811"/>
              <a:ext cx="4472745" cy="1319745"/>
              <a:chOff x="3159125" y="3490507"/>
              <a:chExt cx="3877713" cy="1144169"/>
            </a:xfrm>
          </p:grpSpPr>
          <p:sp>
            <p:nvSpPr>
              <p:cNvPr id="34" name="iṥlïdê"/>
              <p:cNvSpPr/>
              <p:nvPr/>
            </p:nvSpPr>
            <p:spPr>
              <a:xfrm>
                <a:off x="3159125" y="3490507"/>
                <a:ext cx="3327400" cy="127420"/>
              </a:xfrm>
              <a:custGeom>
                <a:avLst/>
                <a:gdLst>
                  <a:gd name="connsiteX0" fmla="*/ 0 w 9137688"/>
                  <a:gd name="connsiteY0" fmla="*/ 0 h 127420"/>
                  <a:gd name="connsiteX1" fmla="*/ 9137688 w 9137688"/>
                  <a:gd name="connsiteY1" fmla="*/ 0 h 127420"/>
                  <a:gd name="connsiteX2" fmla="*/ 9137688 w 9137688"/>
                  <a:gd name="connsiteY2" fmla="*/ 127420 h 127420"/>
                  <a:gd name="connsiteX3" fmla="*/ 0 w 9137688"/>
                  <a:gd name="connsiteY3" fmla="*/ 127420 h 127420"/>
                  <a:gd name="connsiteX4" fmla="*/ 0 w 9137688"/>
                  <a:gd name="connsiteY4" fmla="*/ 0 h 127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37688" h="127420">
                    <a:moveTo>
                      <a:pt x="0" y="0"/>
                    </a:moveTo>
                    <a:lnTo>
                      <a:pt x="9137688" y="0"/>
                    </a:lnTo>
                    <a:lnTo>
                      <a:pt x="9137688" y="127420"/>
                    </a:lnTo>
                    <a:lnTo>
                      <a:pt x="0" y="127420"/>
                    </a:lnTo>
                    <a:lnTo>
                      <a:pt x="0" y="0"/>
                    </a:lnTo>
                    <a:close/>
                  </a:path>
                </a:pathLst>
              </a:custGeom>
              <a:solidFill>
                <a:schemeClr val="accent5"/>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b="1">
                  <a:solidFill>
                    <a:schemeClr val="bg1"/>
                  </a:solidFill>
                  <a:latin typeface="+mn-ea"/>
                </a:endParaRPr>
              </a:p>
            </p:txBody>
          </p:sp>
          <p:grpSp>
            <p:nvGrpSpPr>
              <p:cNvPr id="35" name="iṩliďe"/>
              <p:cNvGrpSpPr/>
              <p:nvPr/>
            </p:nvGrpSpPr>
            <p:grpSpPr>
              <a:xfrm flipV="1">
                <a:off x="4191022" y="3490509"/>
                <a:ext cx="2845816" cy="1144167"/>
                <a:chOff x="3453812" y="1981302"/>
                <a:chExt cx="2845816" cy="1144167"/>
              </a:xfrm>
              <a:solidFill>
                <a:schemeClr val="accent5"/>
              </a:solidFill>
            </p:grpSpPr>
            <p:sp>
              <p:nvSpPr>
                <p:cNvPr id="36" name="îs1iḑe"/>
                <p:cNvSpPr/>
                <p:nvPr/>
              </p:nvSpPr>
              <p:spPr>
                <a:xfrm rot="5400000" flipH="1">
                  <a:off x="4406540" y="1377234"/>
                  <a:ext cx="795507" cy="2700963"/>
                </a:xfrm>
                <a:custGeom>
                  <a:avLst/>
                  <a:gdLst>
                    <a:gd name="connsiteX0" fmla="*/ 442921 w 1202714"/>
                    <a:gd name="connsiteY0" fmla="*/ 0 h 4083540"/>
                    <a:gd name="connsiteX1" fmla="*/ 1202714 w 1202714"/>
                    <a:gd name="connsiteY1" fmla="*/ 0 h 4083540"/>
                    <a:gd name="connsiteX2" fmla="*/ 1202714 w 1202714"/>
                    <a:gd name="connsiteY2" fmla="*/ 185426 h 4083540"/>
                    <a:gd name="connsiteX3" fmla="*/ 504824 w 1202714"/>
                    <a:gd name="connsiteY3" fmla="*/ 185426 h 4083540"/>
                    <a:gd name="connsiteX4" fmla="*/ 190498 w 1202714"/>
                    <a:gd name="connsiteY4" fmla="*/ 483917 h 4083540"/>
                    <a:gd name="connsiteX5" fmla="*/ 190498 w 1202714"/>
                    <a:gd name="connsiteY5" fmla="*/ 4083540 h 4083540"/>
                    <a:gd name="connsiteX6" fmla="*/ 924 w 1202714"/>
                    <a:gd name="connsiteY6" fmla="*/ 4083540 h 4083540"/>
                    <a:gd name="connsiteX7" fmla="*/ 0 w 1202714"/>
                    <a:gd name="connsiteY7" fmla="*/ 4074834 h 4083540"/>
                    <a:gd name="connsiteX8" fmla="*/ 0 w 1202714"/>
                    <a:gd name="connsiteY8" fmla="*/ 420608 h 4083540"/>
                    <a:gd name="connsiteX9" fmla="*/ 442921 w 1202714"/>
                    <a:gd name="connsiteY9" fmla="*/ 0 h 408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02714" h="4083540">
                      <a:moveTo>
                        <a:pt x="442921" y="0"/>
                      </a:moveTo>
                      <a:lnTo>
                        <a:pt x="1202714" y="0"/>
                      </a:lnTo>
                      <a:lnTo>
                        <a:pt x="1202714" y="185426"/>
                      </a:lnTo>
                      <a:lnTo>
                        <a:pt x="504824" y="185426"/>
                      </a:lnTo>
                      <a:cubicBezTo>
                        <a:pt x="331227" y="185426"/>
                        <a:pt x="190498" y="319066"/>
                        <a:pt x="190498" y="483917"/>
                      </a:cubicBezTo>
                      <a:lnTo>
                        <a:pt x="190498" y="4083540"/>
                      </a:lnTo>
                      <a:lnTo>
                        <a:pt x="924" y="4083540"/>
                      </a:lnTo>
                      <a:lnTo>
                        <a:pt x="0" y="4074834"/>
                      </a:lnTo>
                      <a:lnTo>
                        <a:pt x="0" y="420608"/>
                      </a:lnTo>
                      <a:cubicBezTo>
                        <a:pt x="0" y="188312"/>
                        <a:pt x="198302" y="0"/>
                        <a:pt x="442921" y="0"/>
                      </a:cubicBezTo>
                      <a:close/>
                    </a:path>
                  </a:pathLst>
                </a:custGeom>
                <a:grp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b="1">
                    <a:solidFill>
                      <a:schemeClr val="bg1"/>
                    </a:solidFill>
                    <a:latin typeface="+mn-ea"/>
                  </a:endParaRPr>
                </a:p>
              </p:txBody>
            </p:sp>
            <p:sp>
              <p:nvSpPr>
                <p:cNvPr id="37" name="îšḻiḑé"/>
                <p:cNvSpPr/>
                <p:nvPr/>
              </p:nvSpPr>
              <p:spPr>
                <a:xfrm>
                  <a:off x="5895182" y="1981302"/>
                  <a:ext cx="404446" cy="348660"/>
                </a:xfrm>
                <a:prstGeom prst="triangle">
                  <a:avLst/>
                </a:prstGeom>
                <a:grp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b="1">
                    <a:solidFill>
                      <a:schemeClr val="bg1"/>
                    </a:solidFill>
                    <a:latin typeface="+mn-ea"/>
                  </a:endParaRPr>
                </a:p>
              </p:txBody>
            </p:sp>
          </p:grpSp>
        </p:grpSp>
        <p:grpSp>
          <p:nvGrpSpPr>
            <p:cNvPr id="10" name="iŝliḋê"/>
            <p:cNvGrpSpPr/>
            <p:nvPr/>
          </p:nvGrpSpPr>
          <p:grpSpPr>
            <a:xfrm>
              <a:off x="743880" y="1836560"/>
              <a:ext cx="3282504" cy="1319739"/>
              <a:chOff x="3453812" y="1981302"/>
              <a:chExt cx="2845816" cy="1144167"/>
            </a:xfrm>
            <a:solidFill>
              <a:schemeClr val="accent1"/>
            </a:solidFill>
          </p:grpSpPr>
          <p:sp>
            <p:nvSpPr>
              <p:cNvPr id="32" name="íśḷïḋè"/>
              <p:cNvSpPr/>
              <p:nvPr/>
            </p:nvSpPr>
            <p:spPr>
              <a:xfrm rot="5400000" flipH="1">
                <a:off x="4406540" y="1377234"/>
                <a:ext cx="795507" cy="2700963"/>
              </a:xfrm>
              <a:custGeom>
                <a:avLst/>
                <a:gdLst>
                  <a:gd name="connsiteX0" fmla="*/ 442921 w 1202714"/>
                  <a:gd name="connsiteY0" fmla="*/ 0 h 4083540"/>
                  <a:gd name="connsiteX1" fmla="*/ 1202714 w 1202714"/>
                  <a:gd name="connsiteY1" fmla="*/ 0 h 4083540"/>
                  <a:gd name="connsiteX2" fmla="*/ 1202714 w 1202714"/>
                  <a:gd name="connsiteY2" fmla="*/ 185426 h 4083540"/>
                  <a:gd name="connsiteX3" fmla="*/ 504824 w 1202714"/>
                  <a:gd name="connsiteY3" fmla="*/ 185426 h 4083540"/>
                  <a:gd name="connsiteX4" fmla="*/ 190498 w 1202714"/>
                  <a:gd name="connsiteY4" fmla="*/ 483917 h 4083540"/>
                  <a:gd name="connsiteX5" fmla="*/ 190498 w 1202714"/>
                  <a:gd name="connsiteY5" fmla="*/ 4083540 h 4083540"/>
                  <a:gd name="connsiteX6" fmla="*/ 924 w 1202714"/>
                  <a:gd name="connsiteY6" fmla="*/ 4083540 h 4083540"/>
                  <a:gd name="connsiteX7" fmla="*/ 0 w 1202714"/>
                  <a:gd name="connsiteY7" fmla="*/ 4074834 h 4083540"/>
                  <a:gd name="connsiteX8" fmla="*/ 0 w 1202714"/>
                  <a:gd name="connsiteY8" fmla="*/ 420608 h 4083540"/>
                  <a:gd name="connsiteX9" fmla="*/ 442921 w 1202714"/>
                  <a:gd name="connsiteY9" fmla="*/ 0 h 408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02714" h="4083540">
                    <a:moveTo>
                      <a:pt x="442921" y="0"/>
                    </a:moveTo>
                    <a:lnTo>
                      <a:pt x="1202714" y="0"/>
                    </a:lnTo>
                    <a:lnTo>
                      <a:pt x="1202714" y="185426"/>
                    </a:lnTo>
                    <a:lnTo>
                      <a:pt x="504824" y="185426"/>
                    </a:lnTo>
                    <a:cubicBezTo>
                      <a:pt x="331227" y="185426"/>
                      <a:pt x="190498" y="319066"/>
                      <a:pt x="190498" y="483917"/>
                    </a:cubicBezTo>
                    <a:lnTo>
                      <a:pt x="190498" y="4083540"/>
                    </a:lnTo>
                    <a:lnTo>
                      <a:pt x="924" y="4083540"/>
                    </a:lnTo>
                    <a:lnTo>
                      <a:pt x="0" y="4074834"/>
                    </a:lnTo>
                    <a:lnTo>
                      <a:pt x="0" y="420608"/>
                    </a:lnTo>
                    <a:cubicBezTo>
                      <a:pt x="0" y="188312"/>
                      <a:pt x="198302" y="0"/>
                      <a:pt x="442921" y="0"/>
                    </a:cubicBezTo>
                    <a:close/>
                  </a:path>
                </a:pathLst>
              </a:custGeom>
              <a:grp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b="1">
                  <a:solidFill>
                    <a:schemeClr val="bg1"/>
                  </a:solidFill>
                  <a:latin typeface="+mn-ea"/>
                </a:endParaRPr>
              </a:p>
            </p:txBody>
          </p:sp>
          <p:sp>
            <p:nvSpPr>
              <p:cNvPr id="33" name="íṩļiḋé"/>
              <p:cNvSpPr/>
              <p:nvPr/>
            </p:nvSpPr>
            <p:spPr>
              <a:xfrm>
                <a:off x="5895182" y="1981302"/>
                <a:ext cx="404446" cy="348660"/>
              </a:xfrm>
              <a:prstGeom prst="triangle">
                <a:avLst/>
              </a:prstGeom>
              <a:grp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b="1">
                  <a:solidFill>
                    <a:schemeClr val="bg1"/>
                  </a:solidFill>
                  <a:latin typeface="+mn-ea"/>
                </a:endParaRPr>
              </a:p>
            </p:txBody>
          </p:sp>
        </p:grpSp>
        <p:grpSp>
          <p:nvGrpSpPr>
            <p:cNvPr id="11" name="îSļíḍè"/>
            <p:cNvGrpSpPr/>
            <p:nvPr/>
          </p:nvGrpSpPr>
          <p:grpSpPr>
            <a:xfrm flipV="1">
              <a:off x="743880" y="3687798"/>
              <a:ext cx="3282504" cy="1319739"/>
              <a:chOff x="3453812" y="1981302"/>
              <a:chExt cx="2845816" cy="1144167"/>
            </a:xfrm>
            <a:solidFill>
              <a:schemeClr val="accent3"/>
            </a:solidFill>
          </p:grpSpPr>
          <p:sp>
            <p:nvSpPr>
              <p:cNvPr id="30" name="iSḻïdé"/>
              <p:cNvSpPr/>
              <p:nvPr/>
            </p:nvSpPr>
            <p:spPr>
              <a:xfrm rot="5400000" flipH="1">
                <a:off x="4406540" y="1377234"/>
                <a:ext cx="795507" cy="2700963"/>
              </a:xfrm>
              <a:custGeom>
                <a:avLst/>
                <a:gdLst>
                  <a:gd name="connsiteX0" fmla="*/ 442921 w 1202714"/>
                  <a:gd name="connsiteY0" fmla="*/ 0 h 4083540"/>
                  <a:gd name="connsiteX1" fmla="*/ 1202714 w 1202714"/>
                  <a:gd name="connsiteY1" fmla="*/ 0 h 4083540"/>
                  <a:gd name="connsiteX2" fmla="*/ 1202714 w 1202714"/>
                  <a:gd name="connsiteY2" fmla="*/ 185426 h 4083540"/>
                  <a:gd name="connsiteX3" fmla="*/ 504824 w 1202714"/>
                  <a:gd name="connsiteY3" fmla="*/ 185426 h 4083540"/>
                  <a:gd name="connsiteX4" fmla="*/ 190498 w 1202714"/>
                  <a:gd name="connsiteY4" fmla="*/ 483917 h 4083540"/>
                  <a:gd name="connsiteX5" fmla="*/ 190498 w 1202714"/>
                  <a:gd name="connsiteY5" fmla="*/ 4083540 h 4083540"/>
                  <a:gd name="connsiteX6" fmla="*/ 924 w 1202714"/>
                  <a:gd name="connsiteY6" fmla="*/ 4083540 h 4083540"/>
                  <a:gd name="connsiteX7" fmla="*/ 0 w 1202714"/>
                  <a:gd name="connsiteY7" fmla="*/ 4074834 h 4083540"/>
                  <a:gd name="connsiteX8" fmla="*/ 0 w 1202714"/>
                  <a:gd name="connsiteY8" fmla="*/ 420608 h 4083540"/>
                  <a:gd name="connsiteX9" fmla="*/ 442921 w 1202714"/>
                  <a:gd name="connsiteY9" fmla="*/ 0 h 408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02714" h="4083540">
                    <a:moveTo>
                      <a:pt x="442921" y="0"/>
                    </a:moveTo>
                    <a:lnTo>
                      <a:pt x="1202714" y="0"/>
                    </a:lnTo>
                    <a:lnTo>
                      <a:pt x="1202714" y="185426"/>
                    </a:lnTo>
                    <a:lnTo>
                      <a:pt x="504824" y="185426"/>
                    </a:lnTo>
                    <a:cubicBezTo>
                      <a:pt x="331227" y="185426"/>
                      <a:pt x="190498" y="319066"/>
                      <a:pt x="190498" y="483917"/>
                    </a:cubicBezTo>
                    <a:lnTo>
                      <a:pt x="190498" y="4083540"/>
                    </a:lnTo>
                    <a:lnTo>
                      <a:pt x="924" y="4083540"/>
                    </a:lnTo>
                    <a:lnTo>
                      <a:pt x="0" y="4074834"/>
                    </a:lnTo>
                    <a:lnTo>
                      <a:pt x="0" y="420608"/>
                    </a:lnTo>
                    <a:cubicBezTo>
                      <a:pt x="0" y="188312"/>
                      <a:pt x="198302" y="0"/>
                      <a:pt x="442921" y="0"/>
                    </a:cubicBezTo>
                    <a:close/>
                  </a:path>
                </a:pathLst>
              </a:custGeom>
              <a:grp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b="1">
                  <a:solidFill>
                    <a:schemeClr val="bg1"/>
                  </a:solidFill>
                  <a:latin typeface="+mn-ea"/>
                </a:endParaRPr>
              </a:p>
            </p:txBody>
          </p:sp>
          <p:sp>
            <p:nvSpPr>
              <p:cNvPr id="31" name="iŝlïḋe"/>
              <p:cNvSpPr/>
              <p:nvPr/>
            </p:nvSpPr>
            <p:spPr>
              <a:xfrm>
                <a:off x="5895182" y="1981302"/>
                <a:ext cx="404446" cy="348660"/>
              </a:xfrm>
              <a:prstGeom prst="triangle">
                <a:avLst/>
              </a:prstGeom>
              <a:grp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b="1">
                  <a:solidFill>
                    <a:schemeClr val="bg1"/>
                  </a:solidFill>
                  <a:latin typeface="+mn-ea"/>
                </a:endParaRPr>
              </a:p>
            </p:txBody>
          </p:sp>
        </p:grpSp>
        <p:sp>
          <p:nvSpPr>
            <p:cNvPr id="28" name="íŝḷidè"/>
            <p:cNvSpPr txBox="1"/>
            <p:nvPr/>
          </p:nvSpPr>
          <p:spPr>
            <a:xfrm>
              <a:off x="934264" y="1905836"/>
              <a:ext cx="2521178" cy="680352"/>
            </a:xfrm>
            <a:prstGeom prst="rect">
              <a:avLst/>
            </a:prstGeom>
            <a:noFill/>
          </p:spPr>
          <p:txBody>
            <a:bodyPr wrap="square" lIns="72000" tIns="0" rIns="72000" bIns="0" anchor="ctr" anchorCtr="0">
              <a:noAutofit/>
            </a:bodyPr>
            <a:lstStyle/>
            <a:p>
              <a:pPr defTabSz="914400">
                <a:lnSpc>
                  <a:spcPct val="120000"/>
                </a:lnSpc>
                <a:defRPr/>
              </a:pPr>
              <a:r>
                <a:rPr lang="en-US" altLang="zh-CN" sz="1400" b="1" dirty="0">
                  <a:solidFill>
                    <a:schemeClr val="bg1"/>
                  </a:solidFill>
                  <a:latin typeface="微软雅黑" panose="020B0503020204020204" pitchFamily="34" charset="-122"/>
                  <a:ea typeface="微软雅黑" panose="020B0503020204020204" pitchFamily="34" charset="-122"/>
                </a:rPr>
                <a:t>Recharge to exchange for lottery number. If you win, you will get lucky income.</a:t>
              </a:r>
              <a:endParaRPr lang="zh-CN" altLang="en-US" sz="1400" b="1" dirty="0">
                <a:solidFill>
                  <a:schemeClr val="bg1"/>
                </a:solidFill>
                <a:latin typeface="微软雅黑" panose="020B0503020204020204" pitchFamily="34" charset="-122"/>
                <a:ea typeface="微软雅黑" panose="020B0503020204020204" pitchFamily="34" charset="-122"/>
              </a:endParaRPr>
            </a:p>
          </p:txBody>
        </p:sp>
        <p:sp>
          <p:nvSpPr>
            <p:cNvPr id="26" name="ïśľïḍé"/>
            <p:cNvSpPr txBox="1"/>
            <p:nvPr/>
          </p:nvSpPr>
          <p:spPr>
            <a:xfrm>
              <a:off x="660625" y="4511140"/>
              <a:ext cx="2834405" cy="680022"/>
            </a:xfrm>
            <a:prstGeom prst="rect">
              <a:avLst/>
            </a:prstGeom>
            <a:noFill/>
          </p:spPr>
          <p:txBody>
            <a:bodyPr wrap="square" lIns="72000" tIns="0" rIns="72000" bIns="0" anchor="ctr" anchorCtr="0">
              <a:noAutofit/>
            </a:bodyPr>
            <a:lstStyle/>
            <a:p>
              <a:pPr defTabSz="914400">
                <a:lnSpc>
                  <a:spcPct val="120000"/>
                </a:lnSpc>
                <a:defRPr/>
              </a:pPr>
              <a:r>
                <a:rPr lang="en-US" altLang="zh-CN" sz="1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By sharing the user development team, we can get 2% - 5% of the overall team performance according to the rules.</a:t>
              </a:r>
              <a:endParaRPr lang="zh-CN" altLang="en-US" sz="1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4" name="išḻídê"/>
            <p:cNvSpPr txBox="1"/>
            <p:nvPr/>
          </p:nvSpPr>
          <p:spPr>
            <a:xfrm>
              <a:off x="4090120" y="1905835"/>
              <a:ext cx="3287437" cy="680351"/>
            </a:xfrm>
            <a:prstGeom prst="rect">
              <a:avLst/>
            </a:prstGeom>
            <a:noFill/>
          </p:spPr>
          <p:txBody>
            <a:bodyPr wrap="square" lIns="72000" tIns="0" rIns="72000" bIns="0" anchor="ctr" anchorCtr="0">
              <a:noAutofit/>
            </a:bodyPr>
            <a:lstStyle/>
            <a:p>
              <a:pPr defTabSz="914400">
                <a:lnSpc>
                  <a:spcPct val="120000"/>
                </a:lnSpc>
                <a:defRPr/>
              </a:pPr>
              <a:r>
                <a:rPr lang="en-US" altLang="zh-CN" sz="1100" b="1" dirty="0">
                  <a:solidFill>
                    <a:schemeClr val="bg1"/>
                  </a:solidFill>
                  <a:latin typeface="微软雅黑" panose="020B0503020204020204" pitchFamily="34" charset="-122"/>
                  <a:ea typeface="微软雅黑" panose="020B0503020204020204" pitchFamily="34" charset="-122"/>
                </a:rPr>
                <a:t>Exchange the lottery number to get the business voucher, use the business voucher purchase low price lottery number to entrust the platform to sell to get the business income</a:t>
              </a:r>
              <a:endParaRPr lang="zh-CN" altLang="en-US" sz="1100" b="1" dirty="0">
                <a:solidFill>
                  <a:schemeClr val="bg1"/>
                </a:solidFill>
                <a:latin typeface="微软雅黑" panose="020B0503020204020204" pitchFamily="34" charset="-122"/>
                <a:ea typeface="微软雅黑" panose="020B0503020204020204" pitchFamily="34" charset="-122"/>
              </a:endParaRPr>
            </a:p>
          </p:txBody>
        </p:sp>
        <p:sp>
          <p:nvSpPr>
            <p:cNvPr id="53" name="îśľiḓe"/>
            <p:cNvSpPr txBox="1"/>
            <p:nvPr/>
          </p:nvSpPr>
          <p:spPr>
            <a:xfrm>
              <a:off x="4213049" y="4466444"/>
              <a:ext cx="2834405" cy="680024"/>
            </a:xfrm>
            <a:prstGeom prst="rect">
              <a:avLst/>
            </a:prstGeom>
            <a:noFill/>
          </p:spPr>
          <p:txBody>
            <a:bodyPr wrap="square" lIns="72000" tIns="0" rIns="72000" bIns="0" anchor="ctr" anchorCtr="0">
              <a:noAutofit/>
            </a:bodyPr>
            <a:lstStyle/>
            <a:p>
              <a:pPr defTabSz="914400">
                <a:lnSpc>
                  <a:spcPct val="120000"/>
                </a:lnSpc>
                <a:defRPr/>
              </a:pPr>
              <a:r>
                <a:rPr lang="en-US" altLang="zh-CN" sz="1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If we directly push users to level with ourselves, we will get 20% of the level management income.</a:t>
              </a:r>
              <a:endParaRPr lang="zh-CN" altLang="en-US" sz="1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0" name="islîḑê"/>
            <p:cNvSpPr txBox="1"/>
            <p:nvPr/>
          </p:nvSpPr>
          <p:spPr>
            <a:xfrm>
              <a:off x="7642933" y="1966637"/>
              <a:ext cx="3380968" cy="680351"/>
            </a:xfrm>
            <a:prstGeom prst="rect">
              <a:avLst/>
            </a:prstGeom>
            <a:noFill/>
          </p:spPr>
          <p:txBody>
            <a:bodyPr wrap="square" lIns="72000" tIns="0" rIns="72000" bIns="0" anchor="ctr" anchorCtr="0">
              <a:noAutofit/>
            </a:bodyPr>
            <a:lstStyle/>
            <a:p>
              <a:pPr defTabSz="914400">
                <a:lnSpc>
                  <a:spcPct val="120000"/>
                </a:lnSpc>
                <a:defRPr/>
              </a:pPr>
              <a:r>
                <a:rPr lang="en-US" altLang="zh-CN" sz="12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Through sharing users to download and register to install app, users recharge and exchange lottery number to obtain 3% direct push revenue.</a:t>
              </a:r>
              <a:endParaRPr lang="zh-CN" altLang="en-US" sz="12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4" name="îś1íďê"/>
            <p:cNvSpPr txBox="1"/>
            <p:nvPr/>
          </p:nvSpPr>
          <p:spPr>
            <a:xfrm>
              <a:off x="8019289" y="4396085"/>
              <a:ext cx="2624407" cy="680351"/>
            </a:xfrm>
            <a:prstGeom prst="rect">
              <a:avLst/>
            </a:prstGeom>
            <a:noFill/>
          </p:spPr>
          <p:txBody>
            <a:bodyPr wrap="square" lIns="72000" tIns="0" rIns="72000" bIns="0" anchor="ctr" anchorCtr="0">
              <a:noAutofit/>
            </a:bodyPr>
            <a:lstStyle/>
            <a:p>
              <a:pPr defTabSz="914400">
                <a:lnSpc>
                  <a:spcPct val="120000"/>
                </a:lnSpc>
                <a:defRPr/>
              </a:pPr>
              <a:r>
                <a:rPr lang="en-US" altLang="zh-CN" sz="1400" b="1" dirty="0">
                  <a:solidFill>
                    <a:schemeClr val="bg1"/>
                  </a:solidFill>
                  <a:latin typeface="微软雅黑" panose="020B0503020204020204" pitchFamily="34" charset="-122"/>
                  <a:ea typeface="微软雅黑" panose="020B0503020204020204" pitchFamily="34" charset="-122"/>
                </a:rPr>
                <a:t>By sharing users, ranking by the number of shares, and getting elite benefits by ranking.</a:t>
              </a:r>
              <a:endParaRPr lang="zh-CN" altLang="en-US" sz="1400" b="1" dirty="0">
                <a:solidFill>
                  <a:schemeClr val="bg1"/>
                </a:solidFill>
                <a:latin typeface="微软雅黑" panose="020B0503020204020204" pitchFamily="34" charset="-122"/>
                <a:ea typeface="微软雅黑" panose="020B0503020204020204" pitchFamily="34" charset="-122"/>
              </a:endParaRPr>
            </a:p>
          </p:txBody>
        </p:sp>
      </p:grpSp>
      <p:grpSp>
        <p:nvGrpSpPr>
          <p:cNvPr id="50" name="组合 49"/>
          <p:cNvGrpSpPr/>
          <p:nvPr/>
        </p:nvGrpSpPr>
        <p:grpSpPr>
          <a:xfrm>
            <a:off x="2029460" y="775335"/>
            <a:ext cx="8257160" cy="863505"/>
            <a:chOff x="1120877" y="766916"/>
            <a:chExt cx="4564553" cy="863333"/>
          </a:xfrm>
        </p:grpSpPr>
        <p:sp>
          <p:nvSpPr>
            <p:cNvPr id="51" name="矩形 50"/>
            <p:cNvSpPr/>
            <p:nvPr/>
          </p:nvSpPr>
          <p:spPr>
            <a:xfrm>
              <a:off x="1120877" y="766916"/>
              <a:ext cx="501446" cy="648929"/>
            </a:xfrm>
            <a:prstGeom prst="rect">
              <a:avLst/>
            </a:prstGeom>
            <a:solidFill>
              <a:srgbClr val="FEC35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Textfeld 29"/>
            <p:cNvSpPr txBox="1"/>
            <p:nvPr/>
          </p:nvSpPr>
          <p:spPr>
            <a:xfrm>
              <a:off x="1744892" y="799417"/>
              <a:ext cx="3940538" cy="830832"/>
            </a:xfrm>
            <a:prstGeom prst="rect">
              <a:avLst/>
            </a:prstGeom>
            <a:noFill/>
          </p:spPr>
          <p:txBody>
            <a:bodyPr wrap="square" rtlCol="0">
              <a:spAutoFit/>
            </a:bodyPr>
            <a:lstStyle/>
            <a:p>
              <a:pPr defTabSz="228600"/>
              <a:r>
                <a:rPr lang="en-US" altLang="zh-CN" sz="2400" b="1" spc="600" dirty="0">
                  <a:solidFill>
                    <a:schemeClr val="bg1"/>
                  </a:solidFill>
                  <a:latin typeface="微软雅黑" panose="020B0503020204020204" pitchFamily="34" charset="-122"/>
                  <a:ea typeface="微软雅黑" panose="020B0503020204020204" pitchFamily="34" charset="-122"/>
                  <a:sym typeface="+mn-ea"/>
                </a:rPr>
                <a:t>Good Luck Reward mechanism</a:t>
              </a:r>
              <a:endParaRPr lang="de-DE" sz="1400" dirty="0">
                <a:solidFill>
                  <a:schemeClr val="bg1"/>
                </a:solidFill>
                <a:latin typeface="微软雅黑" panose="020B0503020204020204" pitchFamily="34" charset="-122"/>
                <a:ea typeface="微软雅黑" panose="020B0503020204020204" pitchFamily="34" charset="-122"/>
                <a:cs typeface="+mn-ea"/>
                <a:sym typeface="+mn-lt"/>
              </a:endParaRPr>
            </a:p>
          </p:txBody>
        </p:sp>
      </p:grpSp>
      <p:pic>
        <p:nvPicPr>
          <p:cNvPr id="2" name="图片 1" descr="Good Luck logo-已转曲(1)"/>
          <p:cNvPicPr>
            <a:picLocks noChangeAspect="1"/>
          </p:cNvPicPr>
          <p:nvPr>
            <p:custDataLst>
              <p:tags r:id="rId2"/>
            </p:custDataLst>
          </p:nvPr>
        </p:nvPicPr>
        <p:blipFill>
          <a:blip r:embed="rId5"/>
          <a:stretch>
            <a:fillRect/>
          </a:stretch>
        </p:blipFill>
        <p:spPr>
          <a:xfrm>
            <a:off x="226695" y="196850"/>
            <a:ext cx="1271270" cy="127127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advTm="3000">
        <p:blinds/>
      </p:transition>
    </mc:Choice>
    <mc:Fallback xmlns="">
      <p:transition spd="slow" advTm="3000">
        <p:blind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p:cNvGrpSpPr/>
          <p:nvPr/>
        </p:nvGrpSpPr>
        <p:grpSpPr>
          <a:xfrm>
            <a:off x="2467030" y="1677630"/>
            <a:ext cx="8105833" cy="3985106"/>
            <a:chOff x="2095838" y="2872499"/>
            <a:chExt cx="8105833" cy="3985106"/>
          </a:xfrm>
        </p:grpSpPr>
        <p:sp>
          <p:nvSpPr>
            <p:cNvPr id="3" name="文本框 2"/>
            <p:cNvSpPr txBox="1"/>
            <p:nvPr/>
          </p:nvSpPr>
          <p:spPr>
            <a:xfrm>
              <a:off x="2630189" y="2872499"/>
              <a:ext cx="6931621" cy="923330"/>
            </a:xfrm>
            <a:prstGeom prst="rect">
              <a:avLst/>
            </a:prstGeom>
            <a:noFill/>
          </p:spPr>
          <p:txBody>
            <a:bodyPr wrap="square" rtlCol="0">
              <a:spAutoFit/>
            </a:bodyPr>
            <a:lstStyle/>
            <a:p>
              <a:pPr algn="dist"/>
              <a:r>
                <a:rPr lang="zh-CN" altLang="en-US" sz="5400" spc="-2500" dirty="0">
                  <a:solidFill>
                    <a:schemeClr val="bg1"/>
                  </a:solidFill>
                  <a:latin typeface="方正大黑简体" panose="02010601030101010101" charset="-122"/>
                  <a:ea typeface="方正大黑简体" panose="02010601030101010101" charset="-122"/>
                </a:rPr>
                <a:t>Thanks for watching</a:t>
              </a:r>
            </a:p>
          </p:txBody>
        </p:sp>
        <p:sp>
          <p:nvSpPr>
            <p:cNvPr id="12" name="文本框 11"/>
            <p:cNvSpPr txBox="1"/>
            <p:nvPr/>
          </p:nvSpPr>
          <p:spPr>
            <a:xfrm>
              <a:off x="2095838" y="4407030"/>
              <a:ext cx="8105833" cy="830997"/>
            </a:xfrm>
            <a:prstGeom prst="rect">
              <a:avLst/>
            </a:prstGeom>
            <a:noFill/>
          </p:spPr>
          <p:txBody>
            <a:bodyPr wrap="square" rtlCol="0">
              <a:spAutoFit/>
            </a:bodyPr>
            <a:lstStyle/>
            <a:p>
              <a:pPr algn="ctr"/>
              <a:r>
                <a:rPr sz="2400" b="1" spc="2000" dirty="0">
                  <a:solidFill>
                    <a:schemeClr val="bg1"/>
                  </a:solidFill>
                  <a:latin typeface="微软雅黑" panose="020B0503020204020204" pitchFamily="34" charset="-122"/>
                  <a:ea typeface="微软雅黑" panose="020B0503020204020204" pitchFamily="34" charset="-122"/>
                </a:rPr>
                <a:t>Good Luck</a:t>
              </a:r>
              <a:r>
                <a:rPr lang="en-US" sz="2400" b="1" spc="2000" dirty="0">
                  <a:solidFill>
                    <a:schemeClr val="bg1"/>
                  </a:solidFill>
                  <a:latin typeface="微软雅黑" panose="020B0503020204020204" pitchFamily="34" charset="-122"/>
                  <a:ea typeface="微软雅黑" panose="020B0503020204020204" pitchFamily="34" charset="-122"/>
                </a:rPr>
                <a:t> Digital welfare ecology</a:t>
              </a:r>
              <a:endParaRPr sz="2400" b="1" spc="2000" dirty="0">
                <a:solidFill>
                  <a:schemeClr val="bg1"/>
                </a:solidFill>
                <a:latin typeface="微软雅黑" panose="020B0503020204020204" pitchFamily="34" charset="-122"/>
                <a:ea typeface="微软雅黑" panose="020B0503020204020204" pitchFamily="34" charset="-122"/>
              </a:endParaRPr>
            </a:p>
          </p:txBody>
        </p:sp>
        <p:sp>
          <p:nvSpPr>
            <p:cNvPr id="13" name="矩形 12"/>
            <p:cNvSpPr/>
            <p:nvPr/>
          </p:nvSpPr>
          <p:spPr>
            <a:xfrm>
              <a:off x="2219086" y="5657276"/>
              <a:ext cx="7982585" cy="1200329"/>
            </a:xfrm>
            <a:prstGeom prst="rect">
              <a:avLst/>
            </a:prstGeom>
          </p:spPr>
          <p:txBody>
            <a:bodyPr wrap="square">
              <a:spAutoFit/>
            </a:bodyPr>
            <a:lstStyle/>
            <a:p>
              <a:pPr algn="ctr"/>
              <a:r>
                <a:rPr lang="en-US" altLang="zh-CN" sz="3600" dirty="0">
                  <a:solidFill>
                    <a:schemeClr val="bg1"/>
                  </a:solidFill>
                  <a:latin typeface="华文中宋" panose="02010600040101010101" charset="-122"/>
                  <a:ea typeface="华文中宋" panose="02010600040101010101" charset="-122"/>
                  <a:cs typeface="+mn-ea"/>
                  <a:sym typeface="+mn-lt"/>
                </a:rPr>
                <a:t>Help wealth and freedom, make your dreams come true!</a:t>
              </a:r>
            </a:p>
          </p:txBody>
        </p:sp>
      </p:grpSp>
      <p:pic>
        <p:nvPicPr>
          <p:cNvPr id="5" name="图片 4" descr="Good Luck logo-已转曲(1)"/>
          <p:cNvPicPr>
            <a:picLocks noChangeAspect="1"/>
          </p:cNvPicPr>
          <p:nvPr>
            <p:custDataLst>
              <p:tags r:id="rId1"/>
            </p:custDataLst>
          </p:nvPr>
        </p:nvPicPr>
        <p:blipFill>
          <a:blip r:embed="rId4"/>
          <a:stretch>
            <a:fillRect/>
          </a:stretch>
        </p:blipFill>
        <p:spPr>
          <a:xfrm>
            <a:off x="226695" y="196850"/>
            <a:ext cx="1271270" cy="1271270"/>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advTm="3000">
        <p15:prstTrans prst="origami"/>
      </p:transition>
    </mc:Choice>
    <mc:Fallback xmlns="">
      <p:transition spd="slow" advTm="3000">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PowerPoint 演示文稿"/>
</p:tagLst>
</file>

<file path=ppt/tags/tag2.xml><?xml version="1.0" encoding="utf-8"?>
<p:tagLst xmlns:a="http://schemas.openxmlformats.org/drawingml/2006/main" xmlns:r="http://schemas.openxmlformats.org/officeDocument/2006/relationships" xmlns:p="http://schemas.openxmlformats.org/presentationml/2006/main">
  <p:tag name="REFSHAPE" val="307348812"/>
  <p:tag name="KSO_WM_UNIT_PLACING_PICTURE_USER_VIEWPORT" val="{&quot;height&quot;:2002,&quot;width&quot;:2002}"/>
</p:tagLst>
</file>

<file path=ppt/tags/tag3.xml><?xml version="1.0" encoding="utf-8"?>
<p:tagLst xmlns:a="http://schemas.openxmlformats.org/drawingml/2006/main" xmlns:r="http://schemas.openxmlformats.org/officeDocument/2006/relationships" xmlns:p="http://schemas.openxmlformats.org/presentationml/2006/main">
  <p:tag name="REFSHAPE" val="307348812"/>
  <p:tag name="KSO_WM_UNIT_PLACING_PICTURE_USER_VIEWPORT" val="{&quot;height&quot;:2002,&quot;width&quot;:2002}"/>
</p:tagLst>
</file>

<file path=ppt/tags/tag4.xml><?xml version="1.0" encoding="utf-8"?>
<p:tagLst xmlns:a="http://schemas.openxmlformats.org/drawingml/2006/main" xmlns:r="http://schemas.openxmlformats.org/officeDocument/2006/relationships" xmlns:p="http://schemas.openxmlformats.org/presentationml/2006/main">
  <p:tag name="REFSHAPE" val="307348812"/>
  <p:tag name="KSO_WM_UNIT_PLACING_PICTURE_USER_VIEWPORT" val="{&quot;height&quot;:2002,&quot;width&quot;:2002}"/>
</p:tagLst>
</file>

<file path=ppt/tags/tag5.xml><?xml version="1.0" encoding="utf-8"?>
<p:tagLst xmlns:a="http://schemas.openxmlformats.org/drawingml/2006/main" xmlns:r="http://schemas.openxmlformats.org/officeDocument/2006/relationships" xmlns:p="http://schemas.openxmlformats.org/presentationml/2006/main">
  <p:tag name="REFSHAPE" val="307348812"/>
  <p:tag name="KSO_WM_UNIT_PLACING_PICTURE_USER_VIEWPORT" val="{&quot;height&quot;:2002,&quot;width&quot;:2002}"/>
</p:tagLst>
</file>

<file path=ppt/tags/tag6.xml><?xml version="1.0" encoding="utf-8"?>
<p:tagLst xmlns:a="http://schemas.openxmlformats.org/drawingml/2006/main" xmlns:r="http://schemas.openxmlformats.org/officeDocument/2006/relationships" xmlns:p="http://schemas.openxmlformats.org/presentationml/2006/main">
  <p:tag name="REFSHAPE" val="307348812"/>
  <p:tag name="KSO_WM_UNIT_PLACING_PICTURE_USER_VIEWPORT" val="{&quot;height&quot;:2002,&quot;width&quot;:2002}"/>
</p:tagLst>
</file>

<file path=ppt/tags/tag7.xml><?xml version="1.0" encoding="utf-8"?>
<p:tagLst xmlns:a="http://schemas.openxmlformats.org/drawingml/2006/main" xmlns:r="http://schemas.openxmlformats.org/officeDocument/2006/relationships" xmlns:p="http://schemas.openxmlformats.org/presentationml/2006/main">
  <p:tag name="REFSHAPE" val="307348812"/>
  <p:tag name="KSO_WM_UNIT_PLACING_PICTURE_USER_VIEWPORT" val="{&quot;height&quot;:2002,&quot;width&quot;:2002}"/>
</p:tagLst>
</file>

<file path=ppt/tags/tag8.xml><?xml version="1.0" encoding="utf-8"?>
<p:tagLst xmlns:a="http://schemas.openxmlformats.org/drawingml/2006/main" xmlns:r="http://schemas.openxmlformats.org/officeDocument/2006/relationships" xmlns:p="http://schemas.openxmlformats.org/presentationml/2006/main">
  <p:tag name="REFSHAPE" val="307348812"/>
  <p:tag name="KSO_WM_UNIT_PLACING_PICTURE_USER_VIEWPORT" val="{&quot;height&quot;:2002,&quot;width&quot;:2002}"/>
</p:tagLst>
</file>

<file path=ppt/tags/tag9.xml><?xml version="1.0" encoding="utf-8"?>
<p:tagLst xmlns:a="http://schemas.openxmlformats.org/drawingml/2006/main" xmlns:r="http://schemas.openxmlformats.org/officeDocument/2006/relationships" xmlns:p="http://schemas.openxmlformats.org/presentationml/2006/main">
  <p:tag name="REFSHAPE" val="307348812"/>
  <p:tag name="KSO_WM_UNIT_PLACING_PICTURE_USER_VIEWPORT" val="{&quot;height&quot;:2002,&quot;width&quot;:2002}"/>
</p:tagLst>
</file>

<file path=ppt/tags/tag10.xml><?xml version="1.0" encoding="utf-8"?>
<p:tagLst xmlns:a="http://schemas.openxmlformats.org/drawingml/2006/main" xmlns:r="http://schemas.openxmlformats.org/officeDocument/2006/relationships" xmlns:p="http://schemas.openxmlformats.org/presentationml/2006/main">
  <p:tag name="ISLIDE.DIAGRAM" val="c8c17da8-b929-40c5-836e-69d8962e55b3"/>
</p:tagLst>
</file>

<file path=ppt/tags/tag11.xml><?xml version="1.0" encoding="utf-8"?>
<p:tagLst xmlns:a="http://schemas.openxmlformats.org/drawingml/2006/main" xmlns:r="http://schemas.openxmlformats.org/officeDocument/2006/relationships" xmlns:p="http://schemas.openxmlformats.org/presentationml/2006/main">
  <p:tag name="REFSHAPE" val="307348812"/>
  <p:tag name="KSO_WM_UNIT_PLACING_PICTURE_USER_VIEWPORT" val="{&quot;height&quot;:2002,&quot;width&quot;:2002}"/>
</p:tagLst>
</file>

<file path=ppt/tags/tag12.xml><?xml version="1.0" encoding="utf-8"?>
<p:tagLst xmlns:a="http://schemas.openxmlformats.org/drawingml/2006/main" xmlns:r="http://schemas.openxmlformats.org/officeDocument/2006/relationships" xmlns:p="http://schemas.openxmlformats.org/presentationml/2006/main">
  <p:tag name="REFSHAPE" val="307348812"/>
  <p:tag name="KSO_WM_UNIT_PLACING_PICTURE_USER_VIEWPORT" val="{&quot;height&quot;:2002,&quot;width&quot;:2002}"/>
</p:tagLst>
</file>

<file path=ppt/tags/tag13.xml><?xml version="1.0" encoding="utf-8"?>
<p:tagLst xmlns:a="http://schemas.openxmlformats.org/drawingml/2006/main" xmlns:r="http://schemas.openxmlformats.org/officeDocument/2006/relationships" xmlns:p="http://schemas.openxmlformats.org/presentationml/2006/main">
  <p:tag name="ISLIDE.DIAGRAM" val="f2e270f4-43af-4cc8-9460-ac56680bd8b5"/>
</p:tagLst>
</file>

<file path=ppt/tags/tag14.xml><?xml version="1.0" encoding="utf-8"?>
<p:tagLst xmlns:a="http://schemas.openxmlformats.org/drawingml/2006/main" xmlns:r="http://schemas.openxmlformats.org/officeDocument/2006/relationships" xmlns:p="http://schemas.openxmlformats.org/presentationml/2006/main">
  <p:tag name="REFSHAPE" val="307348812"/>
  <p:tag name="KSO_WM_UNIT_PLACING_PICTURE_USER_VIEWPORT" val="{&quot;height&quot;:2002,&quot;width&quot;:2002}"/>
</p:tagLst>
</file>

<file path=ppt/tags/tag15.xml><?xml version="1.0" encoding="utf-8"?>
<p:tagLst xmlns:a="http://schemas.openxmlformats.org/drawingml/2006/main" xmlns:r="http://schemas.openxmlformats.org/officeDocument/2006/relationships" xmlns:p="http://schemas.openxmlformats.org/presentationml/2006/main">
  <p:tag name="ISLIDE.DIAGRAM" val="dbd4eb02-dbbf-46ca-b5ee-9d55a5d92a3d"/>
</p:tagLst>
</file>

<file path=ppt/tags/tag16.xml><?xml version="1.0" encoding="utf-8"?>
<p:tagLst xmlns:a="http://schemas.openxmlformats.org/drawingml/2006/main" xmlns:r="http://schemas.openxmlformats.org/officeDocument/2006/relationships" xmlns:p="http://schemas.openxmlformats.org/presentationml/2006/main">
  <p:tag name="REFSHAPE" val="307348812"/>
  <p:tag name="KSO_WM_UNIT_PLACING_PICTURE_USER_VIEWPORT" val="{&quot;height&quot;:2002,&quot;width&quot;:2002}"/>
</p:tagLst>
</file>

<file path=ppt/tags/tag17.xml><?xml version="1.0" encoding="utf-8"?>
<p:tagLst xmlns:a="http://schemas.openxmlformats.org/drawingml/2006/main" xmlns:r="http://schemas.openxmlformats.org/officeDocument/2006/relationships" xmlns:p="http://schemas.openxmlformats.org/presentationml/2006/main">
  <p:tag name="ISLIDE.DIAGRAM" val="c18d7b22-fa18-4bbb-9328-4126a6375ad4"/>
</p:tagLst>
</file>

<file path=ppt/tags/tag18.xml><?xml version="1.0" encoding="utf-8"?>
<p:tagLst xmlns:a="http://schemas.openxmlformats.org/drawingml/2006/main" xmlns:r="http://schemas.openxmlformats.org/officeDocument/2006/relationships" xmlns:p="http://schemas.openxmlformats.org/presentationml/2006/main">
  <p:tag name="ISLIDE.DIAGRAM" val="eb5d8291-58c6-468e-99db-12ce68c0cf2c"/>
</p:tagLst>
</file>

<file path=ppt/tags/tag19.xml><?xml version="1.0" encoding="utf-8"?>
<p:tagLst xmlns:a="http://schemas.openxmlformats.org/drawingml/2006/main" xmlns:r="http://schemas.openxmlformats.org/officeDocument/2006/relationships" xmlns:p="http://schemas.openxmlformats.org/presentationml/2006/main">
  <p:tag name="REFSHAPE" val="307348812"/>
  <p:tag name="KSO_WM_UNIT_PLACING_PICTURE_USER_VIEWPORT" val="{&quot;height&quot;:2002,&quot;width&quot;:2002}"/>
</p:tagLst>
</file>

<file path=ppt/tags/tag20.xml><?xml version="1.0" encoding="utf-8"?>
<p:tagLst xmlns:a="http://schemas.openxmlformats.org/drawingml/2006/main" xmlns:r="http://schemas.openxmlformats.org/officeDocument/2006/relationships" xmlns:p="http://schemas.openxmlformats.org/presentationml/2006/main">
  <p:tag name="REFSHAPE" val="307348812"/>
  <p:tag name="KSO_WM_UNIT_PLACING_PICTURE_USER_VIEWPORT" val="{&quot;height&quot;:2002,&quot;width&quot;:2002}"/>
</p:tagLst>
</file>

<file path=ppt/tags/tag21.xml><?xml version="1.0" encoding="utf-8"?>
<p:tagLst xmlns:a="http://schemas.openxmlformats.org/drawingml/2006/main" xmlns:r="http://schemas.openxmlformats.org/officeDocument/2006/relationships" xmlns:p="http://schemas.openxmlformats.org/presentationml/2006/main">
  <p:tag name="REFSHAPE" val="307348812"/>
  <p:tag name="KSO_WM_UNIT_PLACING_PICTURE_USER_VIEWPORT" val="{&quot;height&quot;:2002,&quot;width&quot;:2002}"/>
</p:tagLst>
</file>

<file path=ppt/tags/tag22.xml><?xml version="1.0" encoding="utf-8"?>
<p:tagLst xmlns:a="http://schemas.openxmlformats.org/drawingml/2006/main" xmlns:r="http://schemas.openxmlformats.org/officeDocument/2006/relationships" xmlns:p="http://schemas.openxmlformats.org/presentationml/2006/main">
  <p:tag name="REFSHAPE" val="307348812"/>
  <p:tag name="KSO_WM_UNIT_PLACING_PICTURE_USER_VIEWPORT" val="{&quot;height&quot;:2002,&quot;width&quot;:2002}"/>
</p:tagLst>
</file>

<file path=ppt/tags/tag23.xml><?xml version="1.0" encoding="utf-8"?>
<p:tagLst xmlns:a="http://schemas.openxmlformats.org/drawingml/2006/main" xmlns:r="http://schemas.openxmlformats.org/officeDocument/2006/relationships" xmlns:p="http://schemas.openxmlformats.org/presentationml/2006/main">
  <p:tag name="REFSHAPE" val="307348812"/>
  <p:tag name="KSO_WM_UNIT_PLACING_PICTURE_USER_VIEWPORT" val="{&quot;height&quot;:2002,&quot;width&quot;:2002}"/>
</p:tagLst>
</file>

<file path=ppt/tags/tag24.xml><?xml version="1.0" encoding="utf-8"?>
<p:tagLst xmlns:a="http://schemas.openxmlformats.org/drawingml/2006/main" xmlns:r="http://schemas.openxmlformats.org/officeDocument/2006/relationships" xmlns:p="http://schemas.openxmlformats.org/presentationml/2006/main">
  <p:tag name="ISLIDE.DIAGRAM" val="e31aef7f-83b3-42f1-b306-c0c61aa422fa"/>
</p:tagLst>
</file>

<file path=ppt/tags/tag25.xml><?xml version="1.0" encoding="utf-8"?>
<p:tagLst xmlns:a="http://schemas.openxmlformats.org/drawingml/2006/main" xmlns:r="http://schemas.openxmlformats.org/officeDocument/2006/relationships" xmlns:p="http://schemas.openxmlformats.org/presentationml/2006/main">
  <p:tag name="REFSHAPE" val="307348812"/>
  <p:tag name="KSO_WM_UNIT_PLACING_PICTURE_USER_VIEWPORT" val="{&quot;height&quot;:2002,&quot;width&quot;:2002}"/>
</p:tagLst>
</file>

<file path=ppt/tags/tag26.xml><?xml version="1.0" encoding="utf-8"?>
<p:tagLst xmlns:a="http://schemas.openxmlformats.org/drawingml/2006/main" xmlns:r="http://schemas.openxmlformats.org/officeDocument/2006/relationships" xmlns:p="http://schemas.openxmlformats.org/presentationml/2006/main">
  <p:tag name="REFSHAPE" val="307348812"/>
  <p:tag name="KSO_WM_UNIT_PLACING_PICTURE_USER_VIEWPORT" val="{&quot;height&quot;:2002,&quot;width&quot;:2002}"/>
</p:tagLst>
</file>

<file path=ppt/theme/theme1.xml><?xml version="1.0" encoding="utf-8"?>
<a:theme xmlns:a="http://schemas.openxmlformats.org/drawingml/2006/main" name="Office Theme">
  <a:themeElements>
    <a:clrScheme name="自定义 50">
      <a:dk1>
        <a:sysClr val="windowText" lastClr="000000"/>
      </a:dk1>
      <a:lt1>
        <a:sysClr val="window" lastClr="FFFFFF"/>
      </a:lt1>
      <a:dk2>
        <a:srgbClr val="1F497D"/>
      </a:dk2>
      <a:lt2>
        <a:srgbClr val="EEECE1"/>
      </a:lt2>
      <a:accent1>
        <a:srgbClr val="FEC350"/>
      </a:accent1>
      <a:accent2>
        <a:srgbClr val="FEC350"/>
      </a:accent2>
      <a:accent3>
        <a:srgbClr val="FEC350"/>
      </a:accent3>
      <a:accent4>
        <a:srgbClr val="FEC350"/>
      </a:accent4>
      <a:accent5>
        <a:srgbClr val="FEC350"/>
      </a:accent5>
      <a:accent6>
        <a:srgbClr val="FEC350"/>
      </a:accent6>
      <a:hlink>
        <a:srgbClr val="F79646"/>
      </a:hlink>
      <a:folHlink>
        <a:srgbClr val="F79646"/>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64</TotalTime>
  <Words>1405</Words>
  <Application>Microsoft Macintosh PowerPoint</Application>
  <PresentationFormat>宽屏</PresentationFormat>
  <Paragraphs>125</Paragraphs>
  <Slides>23</Slides>
  <Notes>23</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23</vt:i4>
      </vt:variant>
    </vt:vector>
  </HeadingPairs>
  <TitlesOfParts>
    <vt:vector size="33" baseType="lpstr">
      <vt:lpstr>等线</vt:lpstr>
      <vt:lpstr>等线 Light</vt:lpstr>
      <vt:lpstr>方正大黑简体</vt:lpstr>
      <vt:lpstr>华文中宋</vt:lpstr>
      <vt:lpstr>微软雅黑</vt:lpstr>
      <vt:lpstr>Arial</vt:lpstr>
      <vt:lpstr>Calibri</vt:lpstr>
      <vt:lpstr>Calibri Light</vt:lpstr>
      <vt:lpstr>Nirmala UI Semilight</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zhaosellon</dc:creator>
  <cp:lastModifiedBy>Microsoft Office User</cp:lastModifiedBy>
  <cp:revision>69</cp:revision>
  <dcterms:created xsi:type="dcterms:W3CDTF">2017-08-18T03:02:00Z</dcterms:created>
  <dcterms:modified xsi:type="dcterms:W3CDTF">2020-04-13T03:05:33Z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2052-11.1.0.9584</vt:lpwstr>
  </property>
</Properties>
</file>